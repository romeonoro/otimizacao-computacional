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73" r:id="rId4"/>
    <p:sldId id="257" r:id="rId5"/>
    <p:sldId id="260" r:id="rId6"/>
    <p:sldId id="269" r:id="rId7"/>
    <p:sldId id="270" r:id="rId8"/>
    <p:sldId id="258" r:id="rId9"/>
    <p:sldId id="261" r:id="rId10"/>
    <p:sldId id="262" r:id="rId11"/>
    <p:sldId id="263" r:id="rId12"/>
    <p:sldId id="264" r:id="rId13"/>
    <p:sldId id="265" r:id="rId14"/>
    <p:sldId id="267" r:id="rId15"/>
    <p:sldId id="266" r:id="rId16"/>
    <p:sldId id="271" r:id="rId17"/>
    <p:sldId id="268" r:id="rId18"/>
    <p:sldId id="272" r:id="rId19"/>
    <p:sldId id="274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43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sv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sv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9A9B90-4D1B-40A2-9BB9-BC8831D303D8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C4DC70C-8222-4BF9-B1B1-A1B05CDF74E4}">
      <dgm:prSet/>
      <dgm:spPr/>
      <dgm:t>
        <a:bodyPr/>
        <a:lstStyle/>
        <a:p>
          <a:pPr>
            <a:defRPr b="1"/>
          </a:pPr>
          <a:r>
            <a:rPr lang="pt-BR" b="1"/>
            <a:t>Planejamento de rotas:</a:t>
          </a:r>
          <a:r>
            <a:rPr lang="pt-BR"/>
            <a:t> </a:t>
          </a:r>
          <a:endParaRPr lang="en-US"/>
        </a:p>
      </dgm:t>
    </dgm:pt>
    <dgm:pt modelId="{1907DCEE-8216-4615-AA8E-993393C33A51}" type="parTrans" cxnId="{055CCC81-D329-4FEB-89B9-1D22C9944652}">
      <dgm:prSet/>
      <dgm:spPr/>
      <dgm:t>
        <a:bodyPr/>
        <a:lstStyle/>
        <a:p>
          <a:endParaRPr lang="en-US"/>
        </a:p>
      </dgm:t>
    </dgm:pt>
    <dgm:pt modelId="{9765ADC7-DA8D-425C-8E99-A935B94AF8EB}" type="sibTrans" cxnId="{055CCC81-D329-4FEB-89B9-1D22C9944652}">
      <dgm:prSet/>
      <dgm:spPr/>
      <dgm:t>
        <a:bodyPr/>
        <a:lstStyle/>
        <a:p>
          <a:endParaRPr lang="en-US"/>
        </a:p>
      </dgm:t>
    </dgm:pt>
    <dgm:pt modelId="{F91CB91E-CD31-411B-BACD-AD626C93F5C6}">
      <dgm:prSet/>
      <dgm:spPr/>
      <dgm:t>
        <a:bodyPr/>
        <a:lstStyle/>
        <a:p>
          <a:r>
            <a:rPr lang="pt-BR"/>
            <a:t>Ao usar um aplicativo de GPS, você está otimizando sua rota para chegar ao destino no menor tempo possível, considerando o trânsito e outras variáveis.</a:t>
          </a:r>
          <a:endParaRPr lang="en-US"/>
        </a:p>
      </dgm:t>
    </dgm:pt>
    <dgm:pt modelId="{F6399870-FB50-4DF5-9DFB-88E13272AF37}" type="parTrans" cxnId="{3FEC6E14-A3CC-4E35-93BF-F5D3495CC12C}">
      <dgm:prSet/>
      <dgm:spPr/>
      <dgm:t>
        <a:bodyPr/>
        <a:lstStyle/>
        <a:p>
          <a:endParaRPr lang="en-US"/>
        </a:p>
      </dgm:t>
    </dgm:pt>
    <dgm:pt modelId="{3339A888-6294-4A48-9CF1-AD1B948BDB5D}" type="sibTrans" cxnId="{3FEC6E14-A3CC-4E35-93BF-F5D3495CC12C}">
      <dgm:prSet/>
      <dgm:spPr/>
      <dgm:t>
        <a:bodyPr/>
        <a:lstStyle/>
        <a:p>
          <a:endParaRPr lang="en-US"/>
        </a:p>
      </dgm:t>
    </dgm:pt>
    <dgm:pt modelId="{24712014-7214-4137-A2FB-75B15DC6885D}">
      <dgm:prSet/>
      <dgm:spPr/>
      <dgm:t>
        <a:bodyPr/>
        <a:lstStyle/>
        <a:p>
          <a:r>
            <a:rPr lang="pt-BR"/>
            <a:t>Entregadores de encomendas otimizam suas rotas para realizar o maior número de entregas no menor tempo possível.</a:t>
          </a:r>
          <a:endParaRPr lang="en-US"/>
        </a:p>
      </dgm:t>
    </dgm:pt>
    <dgm:pt modelId="{25C904AA-19C1-4932-9F83-F8DA017905BD}" type="parTrans" cxnId="{8D240EFD-EC5F-4018-8708-FF0ACDEE20C6}">
      <dgm:prSet/>
      <dgm:spPr/>
      <dgm:t>
        <a:bodyPr/>
        <a:lstStyle/>
        <a:p>
          <a:endParaRPr lang="en-US"/>
        </a:p>
      </dgm:t>
    </dgm:pt>
    <dgm:pt modelId="{DA910552-77C6-43D4-B51C-23F5B05EB156}" type="sibTrans" cxnId="{8D240EFD-EC5F-4018-8708-FF0ACDEE20C6}">
      <dgm:prSet/>
      <dgm:spPr/>
      <dgm:t>
        <a:bodyPr/>
        <a:lstStyle/>
        <a:p>
          <a:endParaRPr lang="en-US"/>
        </a:p>
      </dgm:t>
    </dgm:pt>
    <dgm:pt modelId="{B778967E-E4C9-4156-BC1E-AD746EDF9402}">
      <dgm:prSet/>
      <dgm:spPr/>
      <dgm:t>
        <a:bodyPr/>
        <a:lstStyle/>
        <a:p>
          <a:pPr>
            <a:defRPr b="1"/>
          </a:pPr>
          <a:r>
            <a:rPr lang="pt-BR" b="1"/>
            <a:t>Gestão de tempo:</a:t>
          </a:r>
          <a:r>
            <a:rPr lang="pt-BR"/>
            <a:t> </a:t>
          </a:r>
          <a:endParaRPr lang="en-US"/>
        </a:p>
      </dgm:t>
    </dgm:pt>
    <dgm:pt modelId="{C294870A-6A31-4C83-B4F2-59CD4D02CC57}" type="parTrans" cxnId="{53E80558-3DCE-45CB-8701-32102196A8E2}">
      <dgm:prSet/>
      <dgm:spPr/>
      <dgm:t>
        <a:bodyPr/>
        <a:lstStyle/>
        <a:p>
          <a:endParaRPr lang="en-US"/>
        </a:p>
      </dgm:t>
    </dgm:pt>
    <dgm:pt modelId="{90370C51-90DD-42A6-8BD0-818DDD048988}" type="sibTrans" cxnId="{53E80558-3DCE-45CB-8701-32102196A8E2}">
      <dgm:prSet/>
      <dgm:spPr/>
      <dgm:t>
        <a:bodyPr/>
        <a:lstStyle/>
        <a:p>
          <a:endParaRPr lang="en-US"/>
        </a:p>
      </dgm:t>
    </dgm:pt>
    <dgm:pt modelId="{A298C9D4-7B0B-4181-AA97-BDAA56DDC3A5}">
      <dgm:prSet/>
      <dgm:spPr/>
      <dgm:t>
        <a:bodyPr/>
        <a:lstStyle/>
        <a:p>
          <a:r>
            <a:rPr lang="pt-BR"/>
            <a:t>Organizar suas tarefas diárias para maximizar a produtividade e minimizar o tempo gasto em cada atividade é um problema de otimização.</a:t>
          </a:r>
          <a:endParaRPr lang="en-US"/>
        </a:p>
      </dgm:t>
    </dgm:pt>
    <dgm:pt modelId="{3E69F242-FC40-4D12-8804-4E33F9C48D1B}" type="parTrans" cxnId="{C121736A-12CB-456D-A551-7BDE0082DCA2}">
      <dgm:prSet/>
      <dgm:spPr/>
      <dgm:t>
        <a:bodyPr/>
        <a:lstStyle/>
        <a:p>
          <a:endParaRPr lang="en-US"/>
        </a:p>
      </dgm:t>
    </dgm:pt>
    <dgm:pt modelId="{3265EC8B-E690-4443-A633-E9E02D683B99}" type="sibTrans" cxnId="{C121736A-12CB-456D-A551-7BDE0082DCA2}">
      <dgm:prSet/>
      <dgm:spPr/>
      <dgm:t>
        <a:bodyPr/>
        <a:lstStyle/>
        <a:p>
          <a:endParaRPr lang="en-US"/>
        </a:p>
      </dgm:t>
    </dgm:pt>
    <dgm:pt modelId="{51022827-A9EE-45E5-9B0B-16525A425C17}">
      <dgm:prSet/>
      <dgm:spPr/>
      <dgm:t>
        <a:bodyPr/>
        <a:lstStyle/>
        <a:p>
          <a:r>
            <a:rPr lang="pt-BR"/>
            <a:t>Estudar para provas, onde se tenta distribuir o tempo de estudo entre as matérias para obter o melhor resultado.</a:t>
          </a:r>
          <a:endParaRPr lang="en-US"/>
        </a:p>
      </dgm:t>
    </dgm:pt>
    <dgm:pt modelId="{EB3B7B9B-C269-41F4-8CAF-FB32D26DBE2F}" type="parTrans" cxnId="{E7E81AAC-CA92-4B25-AD45-39937A70445B}">
      <dgm:prSet/>
      <dgm:spPr/>
      <dgm:t>
        <a:bodyPr/>
        <a:lstStyle/>
        <a:p>
          <a:endParaRPr lang="en-US"/>
        </a:p>
      </dgm:t>
    </dgm:pt>
    <dgm:pt modelId="{6532DCC6-4DB4-4676-A7F6-555AE66FE4B5}" type="sibTrans" cxnId="{E7E81AAC-CA92-4B25-AD45-39937A70445B}">
      <dgm:prSet/>
      <dgm:spPr/>
      <dgm:t>
        <a:bodyPr/>
        <a:lstStyle/>
        <a:p>
          <a:endParaRPr lang="en-US"/>
        </a:p>
      </dgm:t>
    </dgm:pt>
    <dgm:pt modelId="{E69E8E74-608E-4E55-9456-B1BDE86AD164}">
      <dgm:prSet/>
      <dgm:spPr/>
      <dgm:t>
        <a:bodyPr/>
        <a:lstStyle/>
        <a:p>
          <a:pPr>
            <a:defRPr b="1"/>
          </a:pPr>
          <a:r>
            <a:rPr lang="pt-BR" b="1"/>
            <a:t>Compras:</a:t>
          </a:r>
          <a:r>
            <a:rPr lang="pt-BR"/>
            <a:t> </a:t>
          </a:r>
          <a:endParaRPr lang="en-US"/>
        </a:p>
      </dgm:t>
    </dgm:pt>
    <dgm:pt modelId="{ED7AD0E6-A84D-440B-AD10-B95F3ADAD134}" type="parTrans" cxnId="{79D63A7F-F0FF-47A9-AC86-3F1E05FC6EE4}">
      <dgm:prSet/>
      <dgm:spPr/>
      <dgm:t>
        <a:bodyPr/>
        <a:lstStyle/>
        <a:p>
          <a:endParaRPr lang="en-US"/>
        </a:p>
      </dgm:t>
    </dgm:pt>
    <dgm:pt modelId="{FB8CA219-39CD-47D3-923D-A5BFB7C124AC}" type="sibTrans" cxnId="{79D63A7F-F0FF-47A9-AC86-3F1E05FC6EE4}">
      <dgm:prSet/>
      <dgm:spPr/>
      <dgm:t>
        <a:bodyPr/>
        <a:lstStyle/>
        <a:p>
          <a:endParaRPr lang="en-US"/>
        </a:p>
      </dgm:t>
    </dgm:pt>
    <dgm:pt modelId="{5160D6EF-B60E-42D5-A401-6A1857C4FED1}">
      <dgm:prSet/>
      <dgm:spPr/>
      <dgm:t>
        <a:bodyPr/>
        <a:lstStyle/>
        <a:p>
          <a:r>
            <a:rPr lang="pt-BR"/>
            <a:t>Comparar preços e promoções em diferentes supermercados para minimizar o custo das compras é um problema de otimização.</a:t>
          </a:r>
          <a:endParaRPr lang="en-US"/>
        </a:p>
      </dgm:t>
    </dgm:pt>
    <dgm:pt modelId="{E59FF38D-8482-46D1-9EE3-0C077999D4BC}" type="parTrans" cxnId="{8DB73815-FC2F-46A3-930D-0EA1B465C7D6}">
      <dgm:prSet/>
      <dgm:spPr/>
      <dgm:t>
        <a:bodyPr/>
        <a:lstStyle/>
        <a:p>
          <a:endParaRPr lang="en-US"/>
        </a:p>
      </dgm:t>
    </dgm:pt>
    <dgm:pt modelId="{FCEAC1D9-A0D0-4FD3-8AA9-1BACB95820C6}" type="sibTrans" cxnId="{8DB73815-FC2F-46A3-930D-0EA1B465C7D6}">
      <dgm:prSet/>
      <dgm:spPr/>
      <dgm:t>
        <a:bodyPr/>
        <a:lstStyle/>
        <a:p>
          <a:endParaRPr lang="en-US"/>
        </a:p>
      </dgm:t>
    </dgm:pt>
    <dgm:pt modelId="{CADFD493-839B-4E51-A23B-0D07728AEE4C}">
      <dgm:prSet/>
      <dgm:spPr/>
      <dgm:t>
        <a:bodyPr/>
        <a:lstStyle/>
        <a:p>
          <a:r>
            <a:rPr lang="pt-BR"/>
            <a:t>Ao escolher um plano de celular, onde se tenta maximizar os benefícios pelo menor custo.</a:t>
          </a:r>
          <a:endParaRPr lang="en-US"/>
        </a:p>
      </dgm:t>
    </dgm:pt>
    <dgm:pt modelId="{2CA0D69B-0EA2-4EF5-B348-E43500D62240}" type="parTrans" cxnId="{F7D9E9D1-26E3-47FD-90C0-8CF87FA62A90}">
      <dgm:prSet/>
      <dgm:spPr/>
      <dgm:t>
        <a:bodyPr/>
        <a:lstStyle/>
        <a:p>
          <a:endParaRPr lang="en-US"/>
        </a:p>
      </dgm:t>
    </dgm:pt>
    <dgm:pt modelId="{7D225A41-C90D-4B6A-B01B-1DF6881A486B}" type="sibTrans" cxnId="{F7D9E9D1-26E3-47FD-90C0-8CF87FA62A90}">
      <dgm:prSet/>
      <dgm:spPr/>
      <dgm:t>
        <a:bodyPr/>
        <a:lstStyle/>
        <a:p>
          <a:endParaRPr lang="en-US"/>
        </a:p>
      </dgm:t>
    </dgm:pt>
    <dgm:pt modelId="{48900870-2679-4085-84FE-445227F3D0AA}">
      <dgm:prSet/>
      <dgm:spPr/>
      <dgm:t>
        <a:bodyPr/>
        <a:lstStyle/>
        <a:p>
          <a:pPr>
            <a:defRPr b="1"/>
          </a:pPr>
          <a:r>
            <a:rPr lang="pt-BR" b="1"/>
            <a:t>Alimentação:</a:t>
          </a:r>
          <a:r>
            <a:rPr lang="pt-BR"/>
            <a:t> </a:t>
          </a:r>
          <a:endParaRPr lang="en-US"/>
        </a:p>
      </dgm:t>
    </dgm:pt>
    <dgm:pt modelId="{696FA935-74A3-4D48-9B68-6B99182768AA}" type="parTrans" cxnId="{FE7B8E42-AA92-485D-988D-E2B761F512F2}">
      <dgm:prSet/>
      <dgm:spPr/>
      <dgm:t>
        <a:bodyPr/>
        <a:lstStyle/>
        <a:p>
          <a:endParaRPr lang="en-US"/>
        </a:p>
      </dgm:t>
    </dgm:pt>
    <dgm:pt modelId="{7C61513C-929B-485A-8E0D-2A848BFB4E34}" type="sibTrans" cxnId="{FE7B8E42-AA92-485D-988D-E2B761F512F2}">
      <dgm:prSet/>
      <dgm:spPr/>
      <dgm:t>
        <a:bodyPr/>
        <a:lstStyle/>
        <a:p>
          <a:endParaRPr lang="en-US"/>
        </a:p>
      </dgm:t>
    </dgm:pt>
    <dgm:pt modelId="{BBBCB02C-EAE1-4812-93B4-E116D8D9EF10}">
      <dgm:prSet/>
      <dgm:spPr/>
      <dgm:t>
        <a:bodyPr/>
        <a:lstStyle/>
        <a:p>
          <a:r>
            <a:rPr lang="pt-BR"/>
            <a:t>Planejar refeições balanceadas para obter a quantidade ideal de nutrientes, com o menor custo possível.</a:t>
          </a:r>
          <a:endParaRPr lang="en-US"/>
        </a:p>
      </dgm:t>
    </dgm:pt>
    <dgm:pt modelId="{7CB1CC4E-D195-409D-89E2-18B53B579DE1}" type="parTrans" cxnId="{31BA9FBC-B5D8-44AE-878B-7FC7851DF4A1}">
      <dgm:prSet/>
      <dgm:spPr/>
      <dgm:t>
        <a:bodyPr/>
        <a:lstStyle/>
        <a:p>
          <a:endParaRPr lang="en-US"/>
        </a:p>
      </dgm:t>
    </dgm:pt>
    <dgm:pt modelId="{825D14F9-3B35-47F6-8B5F-407ACCC31716}" type="sibTrans" cxnId="{31BA9FBC-B5D8-44AE-878B-7FC7851DF4A1}">
      <dgm:prSet/>
      <dgm:spPr/>
      <dgm:t>
        <a:bodyPr/>
        <a:lstStyle/>
        <a:p>
          <a:endParaRPr lang="en-US"/>
        </a:p>
      </dgm:t>
    </dgm:pt>
    <dgm:pt modelId="{02A5A3C7-0E73-4135-8E28-C14029561AC3}" type="pres">
      <dgm:prSet presAssocID="{F19A9B90-4D1B-40A2-9BB9-BC8831D303D8}" presName="root" presStyleCnt="0">
        <dgm:presLayoutVars>
          <dgm:dir/>
          <dgm:resizeHandles val="exact"/>
        </dgm:presLayoutVars>
      </dgm:prSet>
      <dgm:spPr/>
    </dgm:pt>
    <dgm:pt modelId="{1F1035DF-182E-4434-8380-AE81FFD3DB2E}" type="pres">
      <dgm:prSet presAssocID="{AC4DC70C-8222-4BF9-B1B1-A1B05CDF74E4}" presName="compNode" presStyleCnt="0"/>
      <dgm:spPr/>
    </dgm:pt>
    <dgm:pt modelId="{97A57EBD-1AF9-4FF0-BB6C-1B4AD56D2E1C}" type="pres">
      <dgm:prSet presAssocID="{AC4DC70C-8222-4BF9-B1B1-A1B05CDF74E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1EF41740-7367-4287-B19A-209659126695}" type="pres">
      <dgm:prSet presAssocID="{AC4DC70C-8222-4BF9-B1B1-A1B05CDF74E4}" presName="iconSpace" presStyleCnt="0"/>
      <dgm:spPr/>
    </dgm:pt>
    <dgm:pt modelId="{E2BCF509-08DF-4375-B880-652EB71D14CC}" type="pres">
      <dgm:prSet presAssocID="{AC4DC70C-8222-4BF9-B1B1-A1B05CDF74E4}" presName="parTx" presStyleLbl="revTx" presStyleIdx="0" presStyleCnt="8">
        <dgm:presLayoutVars>
          <dgm:chMax val="0"/>
          <dgm:chPref val="0"/>
        </dgm:presLayoutVars>
      </dgm:prSet>
      <dgm:spPr/>
    </dgm:pt>
    <dgm:pt modelId="{CED9E424-3FF5-48EF-8CF1-27F8753A063D}" type="pres">
      <dgm:prSet presAssocID="{AC4DC70C-8222-4BF9-B1B1-A1B05CDF74E4}" presName="txSpace" presStyleCnt="0"/>
      <dgm:spPr/>
    </dgm:pt>
    <dgm:pt modelId="{69D39D94-8648-4830-BED0-C4A6F30C2B67}" type="pres">
      <dgm:prSet presAssocID="{AC4DC70C-8222-4BF9-B1B1-A1B05CDF74E4}" presName="desTx" presStyleLbl="revTx" presStyleIdx="1" presStyleCnt="8">
        <dgm:presLayoutVars/>
      </dgm:prSet>
      <dgm:spPr/>
    </dgm:pt>
    <dgm:pt modelId="{DD2DC190-552C-48A8-853F-A96658CA39CB}" type="pres">
      <dgm:prSet presAssocID="{9765ADC7-DA8D-425C-8E99-A935B94AF8EB}" presName="sibTrans" presStyleCnt="0"/>
      <dgm:spPr/>
    </dgm:pt>
    <dgm:pt modelId="{11A2A9AC-27CE-4D44-BCC4-8BF710F35A34}" type="pres">
      <dgm:prSet presAssocID="{B778967E-E4C9-4156-BC1E-AD746EDF9402}" presName="compNode" presStyleCnt="0"/>
      <dgm:spPr/>
    </dgm:pt>
    <dgm:pt modelId="{1447AEEF-42E8-448F-90EC-2F2869982206}" type="pres">
      <dgm:prSet presAssocID="{B778967E-E4C9-4156-BC1E-AD746EDF940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onômetro"/>
        </a:ext>
      </dgm:extLst>
    </dgm:pt>
    <dgm:pt modelId="{068AFE03-8EF9-4BDD-968D-04E079BFA4AE}" type="pres">
      <dgm:prSet presAssocID="{B778967E-E4C9-4156-BC1E-AD746EDF9402}" presName="iconSpace" presStyleCnt="0"/>
      <dgm:spPr/>
    </dgm:pt>
    <dgm:pt modelId="{9CE85DF4-C2E6-475A-A532-C8BB438E7C5C}" type="pres">
      <dgm:prSet presAssocID="{B778967E-E4C9-4156-BC1E-AD746EDF9402}" presName="parTx" presStyleLbl="revTx" presStyleIdx="2" presStyleCnt="8">
        <dgm:presLayoutVars>
          <dgm:chMax val="0"/>
          <dgm:chPref val="0"/>
        </dgm:presLayoutVars>
      </dgm:prSet>
      <dgm:spPr/>
    </dgm:pt>
    <dgm:pt modelId="{20DA78C3-5FEA-452A-A629-A8859335B7B6}" type="pres">
      <dgm:prSet presAssocID="{B778967E-E4C9-4156-BC1E-AD746EDF9402}" presName="txSpace" presStyleCnt="0"/>
      <dgm:spPr/>
    </dgm:pt>
    <dgm:pt modelId="{E4B0A3DA-2574-4EE5-BBAC-3E02D691EBF8}" type="pres">
      <dgm:prSet presAssocID="{B778967E-E4C9-4156-BC1E-AD746EDF9402}" presName="desTx" presStyleLbl="revTx" presStyleIdx="3" presStyleCnt="8">
        <dgm:presLayoutVars/>
      </dgm:prSet>
      <dgm:spPr/>
    </dgm:pt>
    <dgm:pt modelId="{2957BCA3-17E0-49BA-BAD6-48983793BE77}" type="pres">
      <dgm:prSet presAssocID="{90370C51-90DD-42A6-8BD0-818DDD048988}" presName="sibTrans" presStyleCnt="0"/>
      <dgm:spPr/>
    </dgm:pt>
    <dgm:pt modelId="{EFDB7B5A-69D7-4F32-8E55-C196393243A9}" type="pres">
      <dgm:prSet presAssocID="{E69E8E74-608E-4E55-9456-B1BDE86AD164}" presName="compNode" presStyleCnt="0"/>
      <dgm:spPr/>
    </dgm:pt>
    <dgm:pt modelId="{F34811D6-EE15-4C95-9FA2-CBDAC0AE824D}" type="pres">
      <dgm:prSet presAssocID="{E69E8E74-608E-4E55-9456-B1BDE86AD16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iosque"/>
        </a:ext>
      </dgm:extLst>
    </dgm:pt>
    <dgm:pt modelId="{DDAD7D77-F27D-4CFC-8B0A-CF28AD7E48D8}" type="pres">
      <dgm:prSet presAssocID="{E69E8E74-608E-4E55-9456-B1BDE86AD164}" presName="iconSpace" presStyleCnt="0"/>
      <dgm:spPr/>
    </dgm:pt>
    <dgm:pt modelId="{66316ECB-F159-493D-A74B-1FED2AF9B898}" type="pres">
      <dgm:prSet presAssocID="{E69E8E74-608E-4E55-9456-B1BDE86AD164}" presName="parTx" presStyleLbl="revTx" presStyleIdx="4" presStyleCnt="8">
        <dgm:presLayoutVars>
          <dgm:chMax val="0"/>
          <dgm:chPref val="0"/>
        </dgm:presLayoutVars>
      </dgm:prSet>
      <dgm:spPr/>
    </dgm:pt>
    <dgm:pt modelId="{40170E82-D81E-4B96-8304-41675C05023D}" type="pres">
      <dgm:prSet presAssocID="{E69E8E74-608E-4E55-9456-B1BDE86AD164}" presName="txSpace" presStyleCnt="0"/>
      <dgm:spPr/>
    </dgm:pt>
    <dgm:pt modelId="{AD1F4B1B-A0AA-4B2A-8331-DF2F73DCC1D2}" type="pres">
      <dgm:prSet presAssocID="{E69E8E74-608E-4E55-9456-B1BDE86AD164}" presName="desTx" presStyleLbl="revTx" presStyleIdx="5" presStyleCnt="8">
        <dgm:presLayoutVars/>
      </dgm:prSet>
      <dgm:spPr/>
    </dgm:pt>
    <dgm:pt modelId="{6CF239F0-E198-48CD-AAFF-420BB6DA23BE}" type="pres">
      <dgm:prSet presAssocID="{FB8CA219-39CD-47D3-923D-A5BFB7C124AC}" presName="sibTrans" presStyleCnt="0"/>
      <dgm:spPr/>
    </dgm:pt>
    <dgm:pt modelId="{98660691-0C77-4D72-A5DC-786C29E44E31}" type="pres">
      <dgm:prSet presAssocID="{48900870-2679-4085-84FE-445227F3D0AA}" presName="compNode" presStyleCnt="0"/>
      <dgm:spPr/>
    </dgm:pt>
    <dgm:pt modelId="{A76AA6AA-03F1-43E1-8B30-A7ABA5582F26}" type="pres">
      <dgm:prSet presAssocID="{48900870-2679-4085-84FE-445227F3D0A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Eating"/>
        </a:ext>
      </dgm:extLst>
    </dgm:pt>
    <dgm:pt modelId="{AC53F044-B0AC-4D67-A2D3-65DE66B64DE3}" type="pres">
      <dgm:prSet presAssocID="{48900870-2679-4085-84FE-445227F3D0AA}" presName="iconSpace" presStyleCnt="0"/>
      <dgm:spPr/>
    </dgm:pt>
    <dgm:pt modelId="{9ED68878-44E4-4BE9-82C2-7882CA6998A5}" type="pres">
      <dgm:prSet presAssocID="{48900870-2679-4085-84FE-445227F3D0AA}" presName="parTx" presStyleLbl="revTx" presStyleIdx="6" presStyleCnt="8">
        <dgm:presLayoutVars>
          <dgm:chMax val="0"/>
          <dgm:chPref val="0"/>
        </dgm:presLayoutVars>
      </dgm:prSet>
      <dgm:spPr/>
    </dgm:pt>
    <dgm:pt modelId="{06E621FB-E86E-4D9F-B3BB-DFEAC09582E3}" type="pres">
      <dgm:prSet presAssocID="{48900870-2679-4085-84FE-445227F3D0AA}" presName="txSpace" presStyleCnt="0"/>
      <dgm:spPr/>
    </dgm:pt>
    <dgm:pt modelId="{4CF3CBCF-1CF4-4D86-B96B-4B3386FF77E0}" type="pres">
      <dgm:prSet presAssocID="{48900870-2679-4085-84FE-445227F3D0AA}" presName="desTx" presStyleLbl="revTx" presStyleIdx="7" presStyleCnt="8">
        <dgm:presLayoutVars/>
      </dgm:prSet>
      <dgm:spPr/>
    </dgm:pt>
  </dgm:ptLst>
  <dgm:cxnLst>
    <dgm:cxn modelId="{36098C00-184C-44FD-993A-B1FFB0F231F5}" type="presOf" srcId="{51022827-A9EE-45E5-9B0B-16525A425C17}" destId="{E4B0A3DA-2574-4EE5-BBAC-3E02D691EBF8}" srcOrd="0" destOrd="1" presId="urn:microsoft.com/office/officeart/2018/2/layout/IconLabelDescriptionList"/>
    <dgm:cxn modelId="{3FEC6E14-A3CC-4E35-93BF-F5D3495CC12C}" srcId="{AC4DC70C-8222-4BF9-B1B1-A1B05CDF74E4}" destId="{F91CB91E-CD31-411B-BACD-AD626C93F5C6}" srcOrd="0" destOrd="0" parTransId="{F6399870-FB50-4DF5-9DFB-88E13272AF37}" sibTransId="{3339A888-6294-4A48-9CF1-AD1B948BDB5D}"/>
    <dgm:cxn modelId="{8DB73815-FC2F-46A3-930D-0EA1B465C7D6}" srcId="{E69E8E74-608E-4E55-9456-B1BDE86AD164}" destId="{5160D6EF-B60E-42D5-A401-6A1857C4FED1}" srcOrd="0" destOrd="0" parTransId="{E59FF38D-8482-46D1-9EE3-0C077999D4BC}" sibTransId="{FCEAC1D9-A0D0-4FD3-8AA9-1BACB95820C6}"/>
    <dgm:cxn modelId="{47EA182E-5611-4CF2-9A74-D6AAD4BEDC40}" type="presOf" srcId="{F91CB91E-CD31-411B-BACD-AD626C93F5C6}" destId="{69D39D94-8648-4830-BED0-C4A6F30C2B67}" srcOrd="0" destOrd="0" presId="urn:microsoft.com/office/officeart/2018/2/layout/IconLabelDescriptionList"/>
    <dgm:cxn modelId="{8314C03E-F578-481A-8C24-7697DDA9DC1B}" type="presOf" srcId="{F19A9B90-4D1B-40A2-9BB9-BC8831D303D8}" destId="{02A5A3C7-0E73-4135-8E28-C14029561AC3}" srcOrd="0" destOrd="0" presId="urn:microsoft.com/office/officeart/2018/2/layout/IconLabelDescriptionList"/>
    <dgm:cxn modelId="{ED1C715D-0875-4BD0-B623-9BE473D9FE7A}" type="presOf" srcId="{48900870-2679-4085-84FE-445227F3D0AA}" destId="{9ED68878-44E4-4BE9-82C2-7882CA6998A5}" srcOrd="0" destOrd="0" presId="urn:microsoft.com/office/officeart/2018/2/layout/IconLabelDescriptionList"/>
    <dgm:cxn modelId="{FE7B8E42-AA92-485D-988D-E2B761F512F2}" srcId="{F19A9B90-4D1B-40A2-9BB9-BC8831D303D8}" destId="{48900870-2679-4085-84FE-445227F3D0AA}" srcOrd="3" destOrd="0" parTransId="{696FA935-74A3-4D48-9B68-6B99182768AA}" sibTransId="{7C61513C-929B-485A-8E0D-2A848BFB4E34}"/>
    <dgm:cxn modelId="{85AEC468-F0AC-4DC3-B9DF-CF7C37546AF4}" type="presOf" srcId="{CADFD493-839B-4E51-A23B-0D07728AEE4C}" destId="{AD1F4B1B-A0AA-4B2A-8331-DF2F73DCC1D2}" srcOrd="0" destOrd="1" presId="urn:microsoft.com/office/officeart/2018/2/layout/IconLabelDescriptionList"/>
    <dgm:cxn modelId="{C121736A-12CB-456D-A551-7BDE0082DCA2}" srcId="{B778967E-E4C9-4156-BC1E-AD746EDF9402}" destId="{A298C9D4-7B0B-4181-AA97-BDAA56DDC3A5}" srcOrd="0" destOrd="0" parTransId="{3E69F242-FC40-4D12-8804-4E33F9C48D1B}" sibTransId="{3265EC8B-E690-4443-A633-E9E02D683B99}"/>
    <dgm:cxn modelId="{53E80558-3DCE-45CB-8701-32102196A8E2}" srcId="{F19A9B90-4D1B-40A2-9BB9-BC8831D303D8}" destId="{B778967E-E4C9-4156-BC1E-AD746EDF9402}" srcOrd="1" destOrd="0" parTransId="{C294870A-6A31-4C83-B4F2-59CD4D02CC57}" sibTransId="{90370C51-90DD-42A6-8BD0-818DDD048988}"/>
    <dgm:cxn modelId="{79D63A7F-F0FF-47A9-AC86-3F1E05FC6EE4}" srcId="{F19A9B90-4D1B-40A2-9BB9-BC8831D303D8}" destId="{E69E8E74-608E-4E55-9456-B1BDE86AD164}" srcOrd="2" destOrd="0" parTransId="{ED7AD0E6-A84D-440B-AD10-B95F3ADAD134}" sibTransId="{FB8CA219-39CD-47D3-923D-A5BFB7C124AC}"/>
    <dgm:cxn modelId="{055CCC81-D329-4FEB-89B9-1D22C9944652}" srcId="{F19A9B90-4D1B-40A2-9BB9-BC8831D303D8}" destId="{AC4DC70C-8222-4BF9-B1B1-A1B05CDF74E4}" srcOrd="0" destOrd="0" parTransId="{1907DCEE-8216-4615-AA8E-993393C33A51}" sibTransId="{9765ADC7-DA8D-425C-8E99-A935B94AF8EB}"/>
    <dgm:cxn modelId="{66A67285-CE0A-4469-92FB-4E6AFAFCC138}" type="presOf" srcId="{A298C9D4-7B0B-4181-AA97-BDAA56DDC3A5}" destId="{E4B0A3DA-2574-4EE5-BBAC-3E02D691EBF8}" srcOrd="0" destOrd="0" presId="urn:microsoft.com/office/officeart/2018/2/layout/IconLabelDescriptionList"/>
    <dgm:cxn modelId="{91BF7287-3BED-4763-956F-E9BACEEDB991}" type="presOf" srcId="{24712014-7214-4137-A2FB-75B15DC6885D}" destId="{69D39D94-8648-4830-BED0-C4A6F30C2B67}" srcOrd="0" destOrd="1" presId="urn:microsoft.com/office/officeart/2018/2/layout/IconLabelDescriptionList"/>
    <dgm:cxn modelId="{E7E81AAC-CA92-4B25-AD45-39937A70445B}" srcId="{B778967E-E4C9-4156-BC1E-AD746EDF9402}" destId="{51022827-A9EE-45E5-9B0B-16525A425C17}" srcOrd="1" destOrd="0" parTransId="{EB3B7B9B-C269-41F4-8CAF-FB32D26DBE2F}" sibTransId="{6532DCC6-4DB4-4676-A7F6-555AE66FE4B5}"/>
    <dgm:cxn modelId="{39DD4CAD-7D5F-4EC3-B1E8-9D0028ED5ED1}" type="presOf" srcId="{E69E8E74-608E-4E55-9456-B1BDE86AD164}" destId="{66316ECB-F159-493D-A74B-1FED2AF9B898}" srcOrd="0" destOrd="0" presId="urn:microsoft.com/office/officeart/2018/2/layout/IconLabelDescriptionList"/>
    <dgm:cxn modelId="{44023ABB-A2D1-4E6B-B1B2-72127685AA9F}" type="presOf" srcId="{5160D6EF-B60E-42D5-A401-6A1857C4FED1}" destId="{AD1F4B1B-A0AA-4B2A-8331-DF2F73DCC1D2}" srcOrd="0" destOrd="0" presId="urn:microsoft.com/office/officeart/2018/2/layout/IconLabelDescriptionList"/>
    <dgm:cxn modelId="{31BA9FBC-B5D8-44AE-878B-7FC7851DF4A1}" srcId="{48900870-2679-4085-84FE-445227F3D0AA}" destId="{BBBCB02C-EAE1-4812-93B4-E116D8D9EF10}" srcOrd="0" destOrd="0" parTransId="{7CB1CC4E-D195-409D-89E2-18B53B579DE1}" sibTransId="{825D14F9-3B35-47F6-8B5F-407ACCC31716}"/>
    <dgm:cxn modelId="{B6E202C3-16C8-4D3F-8296-71B9B1D62105}" type="presOf" srcId="{B778967E-E4C9-4156-BC1E-AD746EDF9402}" destId="{9CE85DF4-C2E6-475A-A532-C8BB438E7C5C}" srcOrd="0" destOrd="0" presId="urn:microsoft.com/office/officeart/2018/2/layout/IconLabelDescriptionList"/>
    <dgm:cxn modelId="{0F618FC5-7D34-4BD6-81B5-9607B4A88AA1}" type="presOf" srcId="{AC4DC70C-8222-4BF9-B1B1-A1B05CDF74E4}" destId="{E2BCF509-08DF-4375-B880-652EB71D14CC}" srcOrd="0" destOrd="0" presId="urn:microsoft.com/office/officeart/2018/2/layout/IconLabelDescriptionList"/>
    <dgm:cxn modelId="{F7D9E9D1-26E3-47FD-90C0-8CF87FA62A90}" srcId="{E69E8E74-608E-4E55-9456-B1BDE86AD164}" destId="{CADFD493-839B-4E51-A23B-0D07728AEE4C}" srcOrd="1" destOrd="0" parTransId="{2CA0D69B-0EA2-4EF5-B348-E43500D62240}" sibTransId="{7D225A41-C90D-4B6A-B01B-1DF6881A486B}"/>
    <dgm:cxn modelId="{48B6E1F8-E0B9-4E61-9808-AAA5D4874CFB}" type="presOf" srcId="{BBBCB02C-EAE1-4812-93B4-E116D8D9EF10}" destId="{4CF3CBCF-1CF4-4D86-B96B-4B3386FF77E0}" srcOrd="0" destOrd="0" presId="urn:microsoft.com/office/officeart/2018/2/layout/IconLabelDescriptionList"/>
    <dgm:cxn modelId="{8D240EFD-EC5F-4018-8708-FF0ACDEE20C6}" srcId="{AC4DC70C-8222-4BF9-B1B1-A1B05CDF74E4}" destId="{24712014-7214-4137-A2FB-75B15DC6885D}" srcOrd="1" destOrd="0" parTransId="{25C904AA-19C1-4932-9F83-F8DA017905BD}" sibTransId="{DA910552-77C6-43D4-B51C-23F5B05EB156}"/>
    <dgm:cxn modelId="{DD7DD8F2-C3AE-4BBB-8900-DAAA303E7114}" type="presParOf" srcId="{02A5A3C7-0E73-4135-8E28-C14029561AC3}" destId="{1F1035DF-182E-4434-8380-AE81FFD3DB2E}" srcOrd="0" destOrd="0" presId="urn:microsoft.com/office/officeart/2018/2/layout/IconLabelDescriptionList"/>
    <dgm:cxn modelId="{9E6796E8-4750-4885-A2C3-517AC98F1C15}" type="presParOf" srcId="{1F1035DF-182E-4434-8380-AE81FFD3DB2E}" destId="{97A57EBD-1AF9-4FF0-BB6C-1B4AD56D2E1C}" srcOrd="0" destOrd="0" presId="urn:microsoft.com/office/officeart/2018/2/layout/IconLabelDescriptionList"/>
    <dgm:cxn modelId="{83B9B090-583B-447A-9686-4B1E9A6563DA}" type="presParOf" srcId="{1F1035DF-182E-4434-8380-AE81FFD3DB2E}" destId="{1EF41740-7367-4287-B19A-209659126695}" srcOrd="1" destOrd="0" presId="urn:microsoft.com/office/officeart/2018/2/layout/IconLabelDescriptionList"/>
    <dgm:cxn modelId="{68507719-9926-4EE4-A631-7F8BAAA89DB0}" type="presParOf" srcId="{1F1035DF-182E-4434-8380-AE81FFD3DB2E}" destId="{E2BCF509-08DF-4375-B880-652EB71D14CC}" srcOrd="2" destOrd="0" presId="urn:microsoft.com/office/officeart/2018/2/layout/IconLabelDescriptionList"/>
    <dgm:cxn modelId="{4A429B19-CC8F-4E62-B795-57A562BDD0C3}" type="presParOf" srcId="{1F1035DF-182E-4434-8380-AE81FFD3DB2E}" destId="{CED9E424-3FF5-48EF-8CF1-27F8753A063D}" srcOrd="3" destOrd="0" presId="urn:microsoft.com/office/officeart/2018/2/layout/IconLabelDescriptionList"/>
    <dgm:cxn modelId="{0EDEC18A-FDE4-4FF9-B8A9-373B5937328D}" type="presParOf" srcId="{1F1035DF-182E-4434-8380-AE81FFD3DB2E}" destId="{69D39D94-8648-4830-BED0-C4A6F30C2B67}" srcOrd="4" destOrd="0" presId="urn:microsoft.com/office/officeart/2018/2/layout/IconLabelDescriptionList"/>
    <dgm:cxn modelId="{BC42A0FD-843C-4FDC-98AA-8F717C79ADE7}" type="presParOf" srcId="{02A5A3C7-0E73-4135-8E28-C14029561AC3}" destId="{DD2DC190-552C-48A8-853F-A96658CA39CB}" srcOrd="1" destOrd="0" presId="urn:microsoft.com/office/officeart/2018/2/layout/IconLabelDescriptionList"/>
    <dgm:cxn modelId="{859047EA-7621-4303-ACAB-8D2ABDABA3C7}" type="presParOf" srcId="{02A5A3C7-0E73-4135-8E28-C14029561AC3}" destId="{11A2A9AC-27CE-4D44-BCC4-8BF710F35A34}" srcOrd="2" destOrd="0" presId="urn:microsoft.com/office/officeart/2018/2/layout/IconLabelDescriptionList"/>
    <dgm:cxn modelId="{F2088882-5AA7-42A6-8244-27C15464B122}" type="presParOf" srcId="{11A2A9AC-27CE-4D44-BCC4-8BF710F35A34}" destId="{1447AEEF-42E8-448F-90EC-2F2869982206}" srcOrd="0" destOrd="0" presId="urn:microsoft.com/office/officeart/2018/2/layout/IconLabelDescriptionList"/>
    <dgm:cxn modelId="{0C48CF74-6069-4F50-B6E8-2C8DE3BA4936}" type="presParOf" srcId="{11A2A9AC-27CE-4D44-BCC4-8BF710F35A34}" destId="{068AFE03-8EF9-4BDD-968D-04E079BFA4AE}" srcOrd="1" destOrd="0" presId="urn:microsoft.com/office/officeart/2018/2/layout/IconLabelDescriptionList"/>
    <dgm:cxn modelId="{B7CBA1CB-E7EE-454F-89E9-CD38325F364F}" type="presParOf" srcId="{11A2A9AC-27CE-4D44-BCC4-8BF710F35A34}" destId="{9CE85DF4-C2E6-475A-A532-C8BB438E7C5C}" srcOrd="2" destOrd="0" presId="urn:microsoft.com/office/officeart/2018/2/layout/IconLabelDescriptionList"/>
    <dgm:cxn modelId="{895EDF9D-D010-4E20-89CA-1B86C47AE955}" type="presParOf" srcId="{11A2A9AC-27CE-4D44-BCC4-8BF710F35A34}" destId="{20DA78C3-5FEA-452A-A629-A8859335B7B6}" srcOrd="3" destOrd="0" presId="urn:microsoft.com/office/officeart/2018/2/layout/IconLabelDescriptionList"/>
    <dgm:cxn modelId="{82E01FD1-89E7-435C-9DFD-D1F1207CCAF5}" type="presParOf" srcId="{11A2A9AC-27CE-4D44-BCC4-8BF710F35A34}" destId="{E4B0A3DA-2574-4EE5-BBAC-3E02D691EBF8}" srcOrd="4" destOrd="0" presId="urn:microsoft.com/office/officeart/2018/2/layout/IconLabelDescriptionList"/>
    <dgm:cxn modelId="{BA2D0687-A9C0-435E-ACFB-86CFCBBBDC03}" type="presParOf" srcId="{02A5A3C7-0E73-4135-8E28-C14029561AC3}" destId="{2957BCA3-17E0-49BA-BAD6-48983793BE77}" srcOrd="3" destOrd="0" presId="urn:microsoft.com/office/officeart/2018/2/layout/IconLabelDescriptionList"/>
    <dgm:cxn modelId="{1CA1CC0F-992A-4CB0-869E-AF8909960F4B}" type="presParOf" srcId="{02A5A3C7-0E73-4135-8E28-C14029561AC3}" destId="{EFDB7B5A-69D7-4F32-8E55-C196393243A9}" srcOrd="4" destOrd="0" presId="urn:microsoft.com/office/officeart/2018/2/layout/IconLabelDescriptionList"/>
    <dgm:cxn modelId="{BD31AA61-A8A4-4AA2-BEDC-A41ECA9E07A1}" type="presParOf" srcId="{EFDB7B5A-69D7-4F32-8E55-C196393243A9}" destId="{F34811D6-EE15-4C95-9FA2-CBDAC0AE824D}" srcOrd="0" destOrd="0" presId="urn:microsoft.com/office/officeart/2018/2/layout/IconLabelDescriptionList"/>
    <dgm:cxn modelId="{C570EEF0-0813-4548-AE1F-3A170B24C444}" type="presParOf" srcId="{EFDB7B5A-69D7-4F32-8E55-C196393243A9}" destId="{DDAD7D77-F27D-4CFC-8B0A-CF28AD7E48D8}" srcOrd="1" destOrd="0" presId="urn:microsoft.com/office/officeart/2018/2/layout/IconLabelDescriptionList"/>
    <dgm:cxn modelId="{8610A025-7B50-41AB-9458-3C86A334C30B}" type="presParOf" srcId="{EFDB7B5A-69D7-4F32-8E55-C196393243A9}" destId="{66316ECB-F159-493D-A74B-1FED2AF9B898}" srcOrd="2" destOrd="0" presId="urn:microsoft.com/office/officeart/2018/2/layout/IconLabelDescriptionList"/>
    <dgm:cxn modelId="{0DB8D2DB-4B4F-4156-A0FC-B566BA06F2A2}" type="presParOf" srcId="{EFDB7B5A-69D7-4F32-8E55-C196393243A9}" destId="{40170E82-D81E-4B96-8304-41675C05023D}" srcOrd="3" destOrd="0" presId="urn:microsoft.com/office/officeart/2018/2/layout/IconLabelDescriptionList"/>
    <dgm:cxn modelId="{C31A6A1B-7649-432E-A680-8E2C0B535426}" type="presParOf" srcId="{EFDB7B5A-69D7-4F32-8E55-C196393243A9}" destId="{AD1F4B1B-A0AA-4B2A-8331-DF2F73DCC1D2}" srcOrd="4" destOrd="0" presId="urn:microsoft.com/office/officeart/2018/2/layout/IconLabelDescriptionList"/>
    <dgm:cxn modelId="{1528E823-A17F-4AFE-B066-496390CAA4DF}" type="presParOf" srcId="{02A5A3C7-0E73-4135-8E28-C14029561AC3}" destId="{6CF239F0-E198-48CD-AAFF-420BB6DA23BE}" srcOrd="5" destOrd="0" presId="urn:microsoft.com/office/officeart/2018/2/layout/IconLabelDescriptionList"/>
    <dgm:cxn modelId="{9900D886-13DB-446A-AAF6-1262A5978D18}" type="presParOf" srcId="{02A5A3C7-0E73-4135-8E28-C14029561AC3}" destId="{98660691-0C77-4D72-A5DC-786C29E44E31}" srcOrd="6" destOrd="0" presId="urn:microsoft.com/office/officeart/2018/2/layout/IconLabelDescriptionList"/>
    <dgm:cxn modelId="{558658CD-9E18-4861-8547-5737B98127FF}" type="presParOf" srcId="{98660691-0C77-4D72-A5DC-786C29E44E31}" destId="{A76AA6AA-03F1-43E1-8B30-A7ABA5582F26}" srcOrd="0" destOrd="0" presId="urn:microsoft.com/office/officeart/2018/2/layout/IconLabelDescriptionList"/>
    <dgm:cxn modelId="{5899FA93-F844-42CF-A8FA-12E32EC33297}" type="presParOf" srcId="{98660691-0C77-4D72-A5DC-786C29E44E31}" destId="{AC53F044-B0AC-4D67-A2D3-65DE66B64DE3}" srcOrd="1" destOrd="0" presId="urn:microsoft.com/office/officeart/2018/2/layout/IconLabelDescriptionList"/>
    <dgm:cxn modelId="{F2BA6CFD-232D-479C-BD47-8E179B66C62B}" type="presParOf" srcId="{98660691-0C77-4D72-A5DC-786C29E44E31}" destId="{9ED68878-44E4-4BE9-82C2-7882CA6998A5}" srcOrd="2" destOrd="0" presId="urn:microsoft.com/office/officeart/2018/2/layout/IconLabelDescriptionList"/>
    <dgm:cxn modelId="{70DE6C89-5C11-41FC-80B6-5FCC82F11CE9}" type="presParOf" srcId="{98660691-0C77-4D72-A5DC-786C29E44E31}" destId="{06E621FB-E86E-4D9F-B3BB-DFEAC09582E3}" srcOrd="3" destOrd="0" presId="urn:microsoft.com/office/officeart/2018/2/layout/IconLabelDescriptionList"/>
    <dgm:cxn modelId="{48E3D0D5-121F-4AAE-808A-510C48456C6D}" type="presParOf" srcId="{98660691-0C77-4D72-A5DC-786C29E44E31}" destId="{4CF3CBCF-1CF4-4D86-B96B-4B3386FF77E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F5EF51-BFE0-478A-97A7-8EFA93EF3B3A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30F40A8-7ADC-4228-AB61-04FE30474E1E}">
      <dgm:prSet/>
      <dgm:spPr/>
      <dgm:t>
        <a:bodyPr/>
        <a:lstStyle/>
        <a:p>
          <a:pPr>
            <a:defRPr b="1"/>
          </a:pPr>
          <a:r>
            <a:rPr lang="pt-BR" b="1"/>
            <a:t>Logística:</a:t>
          </a:r>
          <a:r>
            <a:rPr lang="pt-BR"/>
            <a:t> </a:t>
          </a:r>
          <a:endParaRPr lang="en-US"/>
        </a:p>
      </dgm:t>
    </dgm:pt>
    <dgm:pt modelId="{87CD7FE6-FBAA-42F9-8D77-C310E81E9FF6}" type="parTrans" cxnId="{07042DD0-26F6-46C4-A5B0-6713E6644A7C}">
      <dgm:prSet/>
      <dgm:spPr/>
      <dgm:t>
        <a:bodyPr/>
        <a:lstStyle/>
        <a:p>
          <a:endParaRPr lang="en-US"/>
        </a:p>
      </dgm:t>
    </dgm:pt>
    <dgm:pt modelId="{2CE22A12-F67D-4B11-88AE-9DE8F0BF2BE0}" type="sibTrans" cxnId="{07042DD0-26F6-46C4-A5B0-6713E6644A7C}">
      <dgm:prSet/>
      <dgm:spPr/>
      <dgm:t>
        <a:bodyPr/>
        <a:lstStyle/>
        <a:p>
          <a:endParaRPr lang="en-US"/>
        </a:p>
      </dgm:t>
    </dgm:pt>
    <dgm:pt modelId="{50C19E26-B838-440E-9F7A-B0F482EC0DBF}">
      <dgm:prSet/>
      <dgm:spPr/>
      <dgm:t>
        <a:bodyPr/>
        <a:lstStyle/>
        <a:p>
          <a:r>
            <a:rPr lang="pt-BR"/>
            <a:t>Otimizar a distribuição de produtos em uma cadeia de suprimentos para minimizar os custos de transporte e armazenamento.</a:t>
          </a:r>
          <a:endParaRPr lang="en-US"/>
        </a:p>
      </dgm:t>
    </dgm:pt>
    <dgm:pt modelId="{65EAAB85-6EEB-456C-A36F-9CCA22A439FB}" type="parTrans" cxnId="{23814E09-4D88-41A4-A464-78FC8A040AE7}">
      <dgm:prSet/>
      <dgm:spPr/>
      <dgm:t>
        <a:bodyPr/>
        <a:lstStyle/>
        <a:p>
          <a:endParaRPr lang="en-US"/>
        </a:p>
      </dgm:t>
    </dgm:pt>
    <dgm:pt modelId="{F3D10317-8C60-4A3B-B273-516FC13F4B4C}" type="sibTrans" cxnId="{23814E09-4D88-41A4-A464-78FC8A040AE7}">
      <dgm:prSet/>
      <dgm:spPr/>
      <dgm:t>
        <a:bodyPr/>
        <a:lstStyle/>
        <a:p>
          <a:endParaRPr lang="en-US"/>
        </a:p>
      </dgm:t>
    </dgm:pt>
    <dgm:pt modelId="{927A2055-A924-42C9-BFA0-E6FC9749EAA9}">
      <dgm:prSet/>
      <dgm:spPr/>
      <dgm:t>
        <a:bodyPr/>
        <a:lstStyle/>
        <a:p>
          <a:r>
            <a:rPr lang="pt-BR"/>
            <a:t>Otimizar o roteamento de veículos para realizar entregas com a máxima eficiência.</a:t>
          </a:r>
          <a:endParaRPr lang="en-US"/>
        </a:p>
      </dgm:t>
    </dgm:pt>
    <dgm:pt modelId="{E011ED5B-15AD-4A00-84FA-9BB44D30582F}" type="parTrans" cxnId="{4FC42A4E-B919-4340-929F-6AC9B17FC21B}">
      <dgm:prSet/>
      <dgm:spPr/>
      <dgm:t>
        <a:bodyPr/>
        <a:lstStyle/>
        <a:p>
          <a:endParaRPr lang="en-US"/>
        </a:p>
      </dgm:t>
    </dgm:pt>
    <dgm:pt modelId="{82C700F1-F36F-400B-AB50-FFAFAD204B42}" type="sibTrans" cxnId="{4FC42A4E-B919-4340-929F-6AC9B17FC21B}">
      <dgm:prSet/>
      <dgm:spPr/>
      <dgm:t>
        <a:bodyPr/>
        <a:lstStyle/>
        <a:p>
          <a:endParaRPr lang="en-US"/>
        </a:p>
      </dgm:t>
    </dgm:pt>
    <dgm:pt modelId="{C73D3A0B-635F-40E1-90D6-D138E954E6A5}">
      <dgm:prSet/>
      <dgm:spPr/>
      <dgm:t>
        <a:bodyPr/>
        <a:lstStyle/>
        <a:p>
          <a:pPr>
            <a:defRPr b="1"/>
          </a:pPr>
          <a:r>
            <a:rPr lang="pt-BR" b="1"/>
            <a:t>Indústria:</a:t>
          </a:r>
          <a:r>
            <a:rPr lang="pt-BR"/>
            <a:t> </a:t>
          </a:r>
          <a:endParaRPr lang="en-US"/>
        </a:p>
      </dgm:t>
    </dgm:pt>
    <dgm:pt modelId="{F5D87D7B-9003-4412-A0C5-58127E652D52}" type="parTrans" cxnId="{6D9BD1D7-59E3-48E2-8780-FE69D0919113}">
      <dgm:prSet/>
      <dgm:spPr/>
      <dgm:t>
        <a:bodyPr/>
        <a:lstStyle/>
        <a:p>
          <a:endParaRPr lang="en-US"/>
        </a:p>
      </dgm:t>
    </dgm:pt>
    <dgm:pt modelId="{B23F8D5D-55CF-4D63-B932-1D56B59AE249}" type="sibTrans" cxnId="{6D9BD1D7-59E3-48E2-8780-FE69D0919113}">
      <dgm:prSet/>
      <dgm:spPr/>
      <dgm:t>
        <a:bodyPr/>
        <a:lstStyle/>
        <a:p>
          <a:endParaRPr lang="en-US"/>
        </a:p>
      </dgm:t>
    </dgm:pt>
    <dgm:pt modelId="{574A861A-3B7B-4C25-9F78-F0F1DCF5EF13}">
      <dgm:prSet/>
      <dgm:spPr/>
      <dgm:t>
        <a:bodyPr/>
        <a:lstStyle/>
        <a:p>
          <a:r>
            <a:rPr lang="pt-BR"/>
            <a:t>Otimizar a produção em uma fábrica para maximizar a produção e minimizar os custos de matéria-prima e energia.</a:t>
          </a:r>
          <a:endParaRPr lang="en-US"/>
        </a:p>
      </dgm:t>
    </dgm:pt>
    <dgm:pt modelId="{D24FD708-D433-4E54-A954-8E0C6839D0BC}" type="parTrans" cxnId="{67B9809D-799D-49B3-9FFF-71C159E5D154}">
      <dgm:prSet/>
      <dgm:spPr/>
      <dgm:t>
        <a:bodyPr/>
        <a:lstStyle/>
        <a:p>
          <a:endParaRPr lang="en-US"/>
        </a:p>
      </dgm:t>
    </dgm:pt>
    <dgm:pt modelId="{1322AA15-EF47-4563-86EC-FA4518DCB63E}" type="sibTrans" cxnId="{67B9809D-799D-49B3-9FFF-71C159E5D154}">
      <dgm:prSet/>
      <dgm:spPr/>
      <dgm:t>
        <a:bodyPr/>
        <a:lstStyle/>
        <a:p>
          <a:endParaRPr lang="en-US"/>
        </a:p>
      </dgm:t>
    </dgm:pt>
    <dgm:pt modelId="{2570FB21-E703-44C3-B1B1-600C93B07E72}">
      <dgm:prSet/>
      <dgm:spPr/>
      <dgm:t>
        <a:bodyPr/>
        <a:lstStyle/>
        <a:p>
          <a:r>
            <a:rPr lang="pt-BR"/>
            <a:t>Otimizar o design de produtos para melhorar o desempenho e reduzir o custo de fabricação.</a:t>
          </a:r>
          <a:endParaRPr lang="en-US"/>
        </a:p>
      </dgm:t>
    </dgm:pt>
    <dgm:pt modelId="{01866B2E-7D6B-4469-A118-AC22AEBB2FC4}" type="parTrans" cxnId="{61DB6688-1E18-4DE3-B2A7-C0773983FEF4}">
      <dgm:prSet/>
      <dgm:spPr/>
      <dgm:t>
        <a:bodyPr/>
        <a:lstStyle/>
        <a:p>
          <a:endParaRPr lang="en-US"/>
        </a:p>
      </dgm:t>
    </dgm:pt>
    <dgm:pt modelId="{7D698382-79FD-4824-99EF-130164316D0B}" type="sibTrans" cxnId="{61DB6688-1E18-4DE3-B2A7-C0773983FEF4}">
      <dgm:prSet/>
      <dgm:spPr/>
      <dgm:t>
        <a:bodyPr/>
        <a:lstStyle/>
        <a:p>
          <a:endParaRPr lang="en-US"/>
        </a:p>
      </dgm:t>
    </dgm:pt>
    <dgm:pt modelId="{5CFBD4AC-182E-423C-9403-FC632F2B8EC2}">
      <dgm:prSet/>
      <dgm:spPr/>
      <dgm:t>
        <a:bodyPr/>
        <a:lstStyle/>
        <a:p>
          <a:pPr>
            <a:defRPr b="1"/>
          </a:pPr>
          <a:r>
            <a:rPr lang="pt-BR" b="1"/>
            <a:t>Finanças:</a:t>
          </a:r>
          <a:r>
            <a:rPr lang="pt-BR"/>
            <a:t> </a:t>
          </a:r>
          <a:endParaRPr lang="en-US"/>
        </a:p>
      </dgm:t>
    </dgm:pt>
    <dgm:pt modelId="{9DCDE760-E8F6-4092-8C4C-A055F6A50A35}" type="parTrans" cxnId="{1E82BE37-AD89-4914-88C2-8C927CF6461F}">
      <dgm:prSet/>
      <dgm:spPr/>
      <dgm:t>
        <a:bodyPr/>
        <a:lstStyle/>
        <a:p>
          <a:endParaRPr lang="en-US"/>
        </a:p>
      </dgm:t>
    </dgm:pt>
    <dgm:pt modelId="{C7D0ADF7-3D20-4CB7-93DB-E8CCCCEB990C}" type="sibTrans" cxnId="{1E82BE37-AD89-4914-88C2-8C927CF6461F}">
      <dgm:prSet/>
      <dgm:spPr/>
      <dgm:t>
        <a:bodyPr/>
        <a:lstStyle/>
        <a:p>
          <a:endParaRPr lang="en-US"/>
        </a:p>
      </dgm:t>
    </dgm:pt>
    <dgm:pt modelId="{561A6C6A-3383-4133-A3BC-6DDFA5D43B48}">
      <dgm:prSet/>
      <dgm:spPr/>
      <dgm:t>
        <a:bodyPr/>
        <a:lstStyle/>
        <a:p>
          <a:r>
            <a:rPr lang="pt-BR"/>
            <a:t>Otimizar a alocação de investimentos em uma carteira para maximizar o retorno e minimizar o risco.</a:t>
          </a:r>
          <a:endParaRPr lang="en-US"/>
        </a:p>
      </dgm:t>
    </dgm:pt>
    <dgm:pt modelId="{65BC9852-BBF1-430A-BABD-76316C06A552}" type="parTrans" cxnId="{9AEFAD95-3045-4C05-8DB0-F25AFC982190}">
      <dgm:prSet/>
      <dgm:spPr/>
      <dgm:t>
        <a:bodyPr/>
        <a:lstStyle/>
        <a:p>
          <a:endParaRPr lang="en-US"/>
        </a:p>
      </dgm:t>
    </dgm:pt>
    <dgm:pt modelId="{8B1124B1-F2D4-464B-B666-339544B98267}" type="sibTrans" cxnId="{9AEFAD95-3045-4C05-8DB0-F25AFC982190}">
      <dgm:prSet/>
      <dgm:spPr/>
      <dgm:t>
        <a:bodyPr/>
        <a:lstStyle/>
        <a:p>
          <a:endParaRPr lang="en-US"/>
        </a:p>
      </dgm:t>
    </dgm:pt>
    <dgm:pt modelId="{E2457D40-D90E-42BE-A467-57A63B6C0477}">
      <dgm:prSet/>
      <dgm:spPr/>
      <dgm:t>
        <a:bodyPr/>
        <a:lstStyle/>
        <a:p>
          <a:r>
            <a:rPr lang="pt-BR"/>
            <a:t>Otimizar a gestão de estoques para minimizar os custos de armazenamento e evitar a falta de produtos.</a:t>
          </a:r>
          <a:endParaRPr lang="en-US"/>
        </a:p>
      </dgm:t>
    </dgm:pt>
    <dgm:pt modelId="{DE6E8964-8BAC-45E3-B6D9-1C2CE72849D4}" type="parTrans" cxnId="{5EBFCE15-F4E3-4762-84B3-753BD5A65A48}">
      <dgm:prSet/>
      <dgm:spPr/>
      <dgm:t>
        <a:bodyPr/>
        <a:lstStyle/>
        <a:p>
          <a:endParaRPr lang="en-US"/>
        </a:p>
      </dgm:t>
    </dgm:pt>
    <dgm:pt modelId="{C801D4C1-8EEF-41D9-9345-C747C3179DF3}" type="sibTrans" cxnId="{5EBFCE15-F4E3-4762-84B3-753BD5A65A48}">
      <dgm:prSet/>
      <dgm:spPr/>
      <dgm:t>
        <a:bodyPr/>
        <a:lstStyle/>
        <a:p>
          <a:endParaRPr lang="en-US"/>
        </a:p>
      </dgm:t>
    </dgm:pt>
    <dgm:pt modelId="{51B1FAD5-B0AB-434A-B84E-608081DB1EF0}">
      <dgm:prSet/>
      <dgm:spPr/>
      <dgm:t>
        <a:bodyPr/>
        <a:lstStyle/>
        <a:p>
          <a:pPr>
            <a:defRPr b="1"/>
          </a:pPr>
          <a:r>
            <a:rPr lang="pt-BR" b="1"/>
            <a:t>Energia:</a:t>
          </a:r>
          <a:r>
            <a:rPr lang="pt-BR"/>
            <a:t> </a:t>
          </a:r>
          <a:endParaRPr lang="en-US"/>
        </a:p>
      </dgm:t>
    </dgm:pt>
    <dgm:pt modelId="{9C4AB6E7-B7B0-4DC4-A66A-BCEE51ACB7D3}" type="parTrans" cxnId="{A3509BC4-B955-4F91-883C-BC35B871D694}">
      <dgm:prSet/>
      <dgm:spPr/>
      <dgm:t>
        <a:bodyPr/>
        <a:lstStyle/>
        <a:p>
          <a:endParaRPr lang="en-US"/>
        </a:p>
      </dgm:t>
    </dgm:pt>
    <dgm:pt modelId="{C66BB1A4-ACA0-4C7F-8D73-C56817C8D0B1}" type="sibTrans" cxnId="{A3509BC4-B955-4F91-883C-BC35B871D694}">
      <dgm:prSet/>
      <dgm:spPr/>
      <dgm:t>
        <a:bodyPr/>
        <a:lstStyle/>
        <a:p>
          <a:endParaRPr lang="en-US"/>
        </a:p>
      </dgm:t>
    </dgm:pt>
    <dgm:pt modelId="{88FD1543-301D-4724-ADF2-47AF336252BF}">
      <dgm:prSet/>
      <dgm:spPr/>
      <dgm:t>
        <a:bodyPr/>
        <a:lstStyle/>
        <a:p>
          <a:r>
            <a:rPr lang="pt-BR"/>
            <a:t>Otimizar a geração e distribuição de energia elétrica para minimizar os custos e o impacto ambiental.</a:t>
          </a:r>
          <a:endParaRPr lang="en-US"/>
        </a:p>
      </dgm:t>
    </dgm:pt>
    <dgm:pt modelId="{722A0C1A-05A6-4769-BFA3-FC8067DB5D1F}" type="parTrans" cxnId="{5734FDF9-BD49-42B5-9293-6999CC49094D}">
      <dgm:prSet/>
      <dgm:spPr/>
      <dgm:t>
        <a:bodyPr/>
        <a:lstStyle/>
        <a:p>
          <a:endParaRPr lang="en-US"/>
        </a:p>
      </dgm:t>
    </dgm:pt>
    <dgm:pt modelId="{20B41D93-5AAB-49C8-ADA0-C3E6290D19A2}" type="sibTrans" cxnId="{5734FDF9-BD49-42B5-9293-6999CC49094D}">
      <dgm:prSet/>
      <dgm:spPr/>
      <dgm:t>
        <a:bodyPr/>
        <a:lstStyle/>
        <a:p>
          <a:endParaRPr lang="en-US"/>
        </a:p>
      </dgm:t>
    </dgm:pt>
    <dgm:pt modelId="{334E4FB6-C711-46E5-B89D-E024320A7E14}">
      <dgm:prSet/>
      <dgm:spPr/>
      <dgm:t>
        <a:bodyPr/>
        <a:lstStyle/>
        <a:p>
          <a:r>
            <a:rPr lang="pt-BR"/>
            <a:t>Otimizar o design de turbinas eólicas e painéis solares para maximizar a eficiência.</a:t>
          </a:r>
          <a:endParaRPr lang="en-US"/>
        </a:p>
      </dgm:t>
    </dgm:pt>
    <dgm:pt modelId="{53107B9B-A462-4DD9-BA4F-149C4A23F251}" type="parTrans" cxnId="{86C49135-DDA4-4738-9E07-273175EA2E17}">
      <dgm:prSet/>
      <dgm:spPr/>
      <dgm:t>
        <a:bodyPr/>
        <a:lstStyle/>
        <a:p>
          <a:endParaRPr lang="en-US"/>
        </a:p>
      </dgm:t>
    </dgm:pt>
    <dgm:pt modelId="{2086D341-BE77-40B3-9DDF-9EE426B434E8}" type="sibTrans" cxnId="{86C49135-DDA4-4738-9E07-273175EA2E17}">
      <dgm:prSet/>
      <dgm:spPr/>
      <dgm:t>
        <a:bodyPr/>
        <a:lstStyle/>
        <a:p>
          <a:endParaRPr lang="en-US"/>
        </a:p>
      </dgm:t>
    </dgm:pt>
    <dgm:pt modelId="{89E48B1C-BA38-4601-BE82-65ECDB236615}">
      <dgm:prSet/>
      <dgm:spPr/>
      <dgm:t>
        <a:bodyPr/>
        <a:lstStyle/>
        <a:p>
          <a:pPr>
            <a:defRPr b="1"/>
          </a:pPr>
          <a:r>
            <a:rPr lang="pt-BR" b="1"/>
            <a:t>Saúde:</a:t>
          </a:r>
          <a:r>
            <a:rPr lang="pt-BR"/>
            <a:t> </a:t>
          </a:r>
          <a:endParaRPr lang="en-US"/>
        </a:p>
      </dgm:t>
    </dgm:pt>
    <dgm:pt modelId="{1E2258BD-5AC7-4761-9289-9544B66E1EFA}" type="parTrans" cxnId="{51F91F70-BB1B-46CE-94F5-95A9AE93FFC0}">
      <dgm:prSet/>
      <dgm:spPr/>
      <dgm:t>
        <a:bodyPr/>
        <a:lstStyle/>
        <a:p>
          <a:endParaRPr lang="en-US"/>
        </a:p>
      </dgm:t>
    </dgm:pt>
    <dgm:pt modelId="{9ECD5993-516C-4824-8A6D-E3CDBB81FBA9}" type="sibTrans" cxnId="{51F91F70-BB1B-46CE-94F5-95A9AE93FFC0}">
      <dgm:prSet/>
      <dgm:spPr/>
      <dgm:t>
        <a:bodyPr/>
        <a:lstStyle/>
        <a:p>
          <a:endParaRPr lang="en-US"/>
        </a:p>
      </dgm:t>
    </dgm:pt>
    <dgm:pt modelId="{1FF6A16B-4A6D-435E-AD5E-F20871A01A2F}">
      <dgm:prSet/>
      <dgm:spPr/>
      <dgm:t>
        <a:bodyPr/>
        <a:lstStyle/>
        <a:p>
          <a:r>
            <a:rPr lang="pt-BR"/>
            <a:t>Otimizar o planejamento de cirurgias em um hospital para minimizar o tempo de espera e maximizar a utilização dos recursos.</a:t>
          </a:r>
          <a:endParaRPr lang="en-US"/>
        </a:p>
      </dgm:t>
    </dgm:pt>
    <dgm:pt modelId="{964D3880-77BF-414E-B135-C2262AEB5C56}" type="parTrans" cxnId="{75AB7E2B-3CA9-47D6-8AC7-DE509E3BE214}">
      <dgm:prSet/>
      <dgm:spPr/>
      <dgm:t>
        <a:bodyPr/>
        <a:lstStyle/>
        <a:p>
          <a:endParaRPr lang="en-US"/>
        </a:p>
      </dgm:t>
    </dgm:pt>
    <dgm:pt modelId="{026B8A51-A2F8-4881-8636-C19430F0FE3D}" type="sibTrans" cxnId="{75AB7E2B-3CA9-47D6-8AC7-DE509E3BE214}">
      <dgm:prSet/>
      <dgm:spPr/>
      <dgm:t>
        <a:bodyPr/>
        <a:lstStyle/>
        <a:p>
          <a:endParaRPr lang="en-US"/>
        </a:p>
      </dgm:t>
    </dgm:pt>
    <dgm:pt modelId="{6F83085B-6ADE-4F85-AA12-34C1F19406E0}">
      <dgm:prSet/>
      <dgm:spPr/>
      <dgm:t>
        <a:bodyPr/>
        <a:lstStyle/>
        <a:p>
          <a:r>
            <a:rPr lang="pt-BR"/>
            <a:t>Otimizar a dosagem de medicamentos para maximizar a eficácia e minimizar os efeitos colaterais.</a:t>
          </a:r>
          <a:endParaRPr lang="en-US"/>
        </a:p>
      </dgm:t>
    </dgm:pt>
    <dgm:pt modelId="{4D081CB6-EA9C-468A-A281-06467F99BA16}" type="parTrans" cxnId="{EC476D1A-F1D9-475B-AEA9-5D2808633886}">
      <dgm:prSet/>
      <dgm:spPr/>
      <dgm:t>
        <a:bodyPr/>
        <a:lstStyle/>
        <a:p>
          <a:endParaRPr lang="en-US"/>
        </a:p>
      </dgm:t>
    </dgm:pt>
    <dgm:pt modelId="{7BD10361-69D0-44A4-988F-2106540C28F0}" type="sibTrans" cxnId="{EC476D1A-F1D9-475B-AEA9-5D2808633886}">
      <dgm:prSet/>
      <dgm:spPr/>
      <dgm:t>
        <a:bodyPr/>
        <a:lstStyle/>
        <a:p>
          <a:endParaRPr lang="en-US"/>
        </a:p>
      </dgm:t>
    </dgm:pt>
    <dgm:pt modelId="{E8AC52E6-AF52-4F6F-998D-81F61D8649CA}">
      <dgm:prSet/>
      <dgm:spPr/>
      <dgm:t>
        <a:bodyPr/>
        <a:lstStyle/>
        <a:p>
          <a:pPr>
            <a:defRPr b="1"/>
          </a:pPr>
          <a:r>
            <a:rPr lang="pt-BR" b="1"/>
            <a:t>Telecomunicações:</a:t>
          </a:r>
          <a:r>
            <a:rPr lang="pt-BR"/>
            <a:t> </a:t>
          </a:r>
          <a:endParaRPr lang="en-US"/>
        </a:p>
      </dgm:t>
    </dgm:pt>
    <dgm:pt modelId="{938499FA-85A5-4B01-9861-5BE25DEE0634}" type="parTrans" cxnId="{9C4C6AAC-7549-4C11-96A4-BC2436FD0A2E}">
      <dgm:prSet/>
      <dgm:spPr/>
      <dgm:t>
        <a:bodyPr/>
        <a:lstStyle/>
        <a:p>
          <a:endParaRPr lang="en-US"/>
        </a:p>
      </dgm:t>
    </dgm:pt>
    <dgm:pt modelId="{208F5729-F5C8-4780-89B5-5A53BBD552F5}" type="sibTrans" cxnId="{9C4C6AAC-7549-4C11-96A4-BC2436FD0A2E}">
      <dgm:prSet/>
      <dgm:spPr/>
      <dgm:t>
        <a:bodyPr/>
        <a:lstStyle/>
        <a:p>
          <a:endParaRPr lang="en-US"/>
        </a:p>
      </dgm:t>
    </dgm:pt>
    <dgm:pt modelId="{D572B168-94BE-42CB-BA9D-84E2FC8CF2FD}">
      <dgm:prSet/>
      <dgm:spPr/>
      <dgm:t>
        <a:bodyPr/>
        <a:lstStyle/>
        <a:p>
          <a:r>
            <a:rPr lang="pt-BR"/>
            <a:t>Otimizar o roteamento de dados em uma rede de telecomunicações para minimizar o tempo de latência e maximizar a largura de banda.</a:t>
          </a:r>
          <a:endParaRPr lang="en-US"/>
        </a:p>
      </dgm:t>
    </dgm:pt>
    <dgm:pt modelId="{D2B5A145-2876-4CE3-BFE9-E389996BC408}" type="parTrans" cxnId="{9A6C7A3A-80DB-4436-B06C-5D8B1AF1487E}">
      <dgm:prSet/>
      <dgm:spPr/>
      <dgm:t>
        <a:bodyPr/>
        <a:lstStyle/>
        <a:p>
          <a:endParaRPr lang="en-US"/>
        </a:p>
      </dgm:t>
    </dgm:pt>
    <dgm:pt modelId="{E986BE4E-86AB-4674-AF9F-F33A3EE0C4B8}" type="sibTrans" cxnId="{9A6C7A3A-80DB-4436-B06C-5D8B1AF1487E}">
      <dgm:prSet/>
      <dgm:spPr/>
      <dgm:t>
        <a:bodyPr/>
        <a:lstStyle/>
        <a:p>
          <a:endParaRPr lang="en-US"/>
        </a:p>
      </dgm:t>
    </dgm:pt>
    <dgm:pt modelId="{4F672F10-89C5-459C-BFFC-F63E5462203B}" type="pres">
      <dgm:prSet presAssocID="{1AF5EF51-BFE0-478A-97A7-8EFA93EF3B3A}" presName="root" presStyleCnt="0">
        <dgm:presLayoutVars>
          <dgm:dir/>
          <dgm:resizeHandles val="exact"/>
        </dgm:presLayoutVars>
      </dgm:prSet>
      <dgm:spPr/>
    </dgm:pt>
    <dgm:pt modelId="{CB44438C-69DA-4074-A947-0A79745D8C3D}" type="pres">
      <dgm:prSet presAssocID="{B30F40A8-7ADC-4228-AB61-04FE30474E1E}" presName="compNode" presStyleCnt="0"/>
      <dgm:spPr/>
    </dgm:pt>
    <dgm:pt modelId="{672FBCDA-4048-40B5-AD93-EF62A983AE16}" type="pres">
      <dgm:prSet presAssocID="{B30F40A8-7ADC-4228-AB61-04FE30474E1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inhão"/>
        </a:ext>
      </dgm:extLst>
    </dgm:pt>
    <dgm:pt modelId="{2A957BE8-5C98-4C96-A97A-33EBC66A2909}" type="pres">
      <dgm:prSet presAssocID="{B30F40A8-7ADC-4228-AB61-04FE30474E1E}" presName="iconSpace" presStyleCnt="0"/>
      <dgm:spPr/>
    </dgm:pt>
    <dgm:pt modelId="{226BAA88-8BC4-4CAD-ABF5-E39F711F1590}" type="pres">
      <dgm:prSet presAssocID="{B30F40A8-7ADC-4228-AB61-04FE30474E1E}" presName="parTx" presStyleLbl="revTx" presStyleIdx="0" presStyleCnt="12">
        <dgm:presLayoutVars>
          <dgm:chMax val="0"/>
          <dgm:chPref val="0"/>
        </dgm:presLayoutVars>
      </dgm:prSet>
      <dgm:spPr/>
    </dgm:pt>
    <dgm:pt modelId="{489AFEAD-75AC-44A2-8E28-F147B9426558}" type="pres">
      <dgm:prSet presAssocID="{B30F40A8-7ADC-4228-AB61-04FE30474E1E}" presName="txSpace" presStyleCnt="0"/>
      <dgm:spPr/>
    </dgm:pt>
    <dgm:pt modelId="{5F03A916-150F-4E0D-A5B1-5F77CF5D2951}" type="pres">
      <dgm:prSet presAssocID="{B30F40A8-7ADC-4228-AB61-04FE30474E1E}" presName="desTx" presStyleLbl="revTx" presStyleIdx="1" presStyleCnt="12">
        <dgm:presLayoutVars/>
      </dgm:prSet>
      <dgm:spPr/>
    </dgm:pt>
    <dgm:pt modelId="{8DABA02D-4E94-48E1-BA1B-93EC00C14785}" type="pres">
      <dgm:prSet presAssocID="{2CE22A12-F67D-4B11-88AE-9DE8F0BF2BE0}" presName="sibTrans" presStyleCnt="0"/>
      <dgm:spPr/>
    </dgm:pt>
    <dgm:pt modelId="{764D4A84-0AE5-4E7A-A1D5-7EB828F2281B}" type="pres">
      <dgm:prSet presAssocID="{C73D3A0B-635F-40E1-90D6-D138E954E6A5}" presName="compNode" presStyleCnt="0"/>
      <dgm:spPr/>
    </dgm:pt>
    <dgm:pt modelId="{52C2ACE0-E80C-45E4-9E98-DF5FC6F58AFF}" type="pres">
      <dgm:prSet presAssocID="{C73D3A0B-635F-40E1-90D6-D138E954E6A5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8F441382-4AB0-452B-AA97-BC25E96C2455}" type="pres">
      <dgm:prSet presAssocID="{C73D3A0B-635F-40E1-90D6-D138E954E6A5}" presName="iconSpace" presStyleCnt="0"/>
      <dgm:spPr/>
    </dgm:pt>
    <dgm:pt modelId="{0BEAE393-2D7F-43B2-A30D-B74237BF0DD8}" type="pres">
      <dgm:prSet presAssocID="{C73D3A0B-635F-40E1-90D6-D138E954E6A5}" presName="parTx" presStyleLbl="revTx" presStyleIdx="2" presStyleCnt="12">
        <dgm:presLayoutVars>
          <dgm:chMax val="0"/>
          <dgm:chPref val="0"/>
        </dgm:presLayoutVars>
      </dgm:prSet>
      <dgm:spPr/>
    </dgm:pt>
    <dgm:pt modelId="{2E9FF9C6-F58E-4767-82DB-2E0D5BB46373}" type="pres">
      <dgm:prSet presAssocID="{C73D3A0B-635F-40E1-90D6-D138E954E6A5}" presName="txSpace" presStyleCnt="0"/>
      <dgm:spPr/>
    </dgm:pt>
    <dgm:pt modelId="{DA0BFBE8-A9E2-4A36-B14A-0B62A9962ABD}" type="pres">
      <dgm:prSet presAssocID="{C73D3A0B-635F-40E1-90D6-D138E954E6A5}" presName="desTx" presStyleLbl="revTx" presStyleIdx="3" presStyleCnt="12">
        <dgm:presLayoutVars/>
      </dgm:prSet>
      <dgm:spPr/>
    </dgm:pt>
    <dgm:pt modelId="{18BFF65D-1D8C-493D-AD9D-4C1070C4B606}" type="pres">
      <dgm:prSet presAssocID="{B23F8D5D-55CF-4D63-B932-1D56B59AE249}" presName="sibTrans" presStyleCnt="0"/>
      <dgm:spPr/>
    </dgm:pt>
    <dgm:pt modelId="{0066E343-CF77-4D30-80C2-612745964B6F}" type="pres">
      <dgm:prSet presAssocID="{5CFBD4AC-182E-423C-9403-FC632F2B8EC2}" presName="compNode" presStyleCnt="0"/>
      <dgm:spPr/>
    </dgm:pt>
    <dgm:pt modelId="{08A63BBE-476F-40F3-BB13-9260C3FF7D91}" type="pres">
      <dgm:prSet presAssocID="{5CFBD4AC-182E-423C-9403-FC632F2B8EC2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30160358-0221-468E-81E1-DC8BFE328EBC}" type="pres">
      <dgm:prSet presAssocID="{5CFBD4AC-182E-423C-9403-FC632F2B8EC2}" presName="iconSpace" presStyleCnt="0"/>
      <dgm:spPr/>
    </dgm:pt>
    <dgm:pt modelId="{3A5885C7-93EA-430A-B1C5-A9A7CEF99E5F}" type="pres">
      <dgm:prSet presAssocID="{5CFBD4AC-182E-423C-9403-FC632F2B8EC2}" presName="parTx" presStyleLbl="revTx" presStyleIdx="4" presStyleCnt="12">
        <dgm:presLayoutVars>
          <dgm:chMax val="0"/>
          <dgm:chPref val="0"/>
        </dgm:presLayoutVars>
      </dgm:prSet>
      <dgm:spPr/>
    </dgm:pt>
    <dgm:pt modelId="{C20092BF-102E-4107-90BC-E2BB79A6216C}" type="pres">
      <dgm:prSet presAssocID="{5CFBD4AC-182E-423C-9403-FC632F2B8EC2}" presName="txSpace" presStyleCnt="0"/>
      <dgm:spPr/>
    </dgm:pt>
    <dgm:pt modelId="{018151C0-15A4-469C-A170-7BA09849079F}" type="pres">
      <dgm:prSet presAssocID="{5CFBD4AC-182E-423C-9403-FC632F2B8EC2}" presName="desTx" presStyleLbl="revTx" presStyleIdx="5" presStyleCnt="12">
        <dgm:presLayoutVars/>
      </dgm:prSet>
      <dgm:spPr/>
    </dgm:pt>
    <dgm:pt modelId="{49C7117D-7C45-467D-8FCC-F63A17B84F6D}" type="pres">
      <dgm:prSet presAssocID="{C7D0ADF7-3D20-4CB7-93DB-E8CCCCEB990C}" presName="sibTrans" presStyleCnt="0"/>
      <dgm:spPr/>
    </dgm:pt>
    <dgm:pt modelId="{520617CD-1B58-4106-AE82-4E1140E5E5A6}" type="pres">
      <dgm:prSet presAssocID="{51B1FAD5-B0AB-434A-B84E-608081DB1EF0}" presName="compNode" presStyleCnt="0"/>
      <dgm:spPr/>
    </dgm:pt>
    <dgm:pt modelId="{561CC07D-486E-44D3-B907-FC27D26B3469}" type="pres">
      <dgm:prSet presAssocID="{51B1FAD5-B0AB-434A-B84E-608081DB1EF0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âmpada"/>
        </a:ext>
      </dgm:extLst>
    </dgm:pt>
    <dgm:pt modelId="{2BEF0E1B-E184-489B-9C15-A8CD2EB989A8}" type="pres">
      <dgm:prSet presAssocID="{51B1FAD5-B0AB-434A-B84E-608081DB1EF0}" presName="iconSpace" presStyleCnt="0"/>
      <dgm:spPr/>
    </dgm:pt>
    <dgm:pt modelId="{73614208-30A2-4C03-8F87-4642E2F30F88}" type="pres">
      <dgm:prSet presAssocID="{51B1FAD5-B0AB-434A-B84E-608081DB1EF0}" presName="parTx" presStyleLbl="revTx" presStyleIdx="6" presStyleCnt="12">
        <dgm:presLayoutVars>
          <dgm:chMax val="0"/>
          <dgm:chPref val="0"/>
        </dgm:presLayoutVars>
      </dgm:prSet>
      <dgm:spPr/>
    </dgm:pt>
    <dgm:pt modelId="{FAD29BB9-38D4-4DAF-A495-EDF254E9D4F6}" type="pres">
      <dgm:prSet presAssocID="{51B1FAD5-B0AB-434A-B84E-608081DB1EF0}" presName="txSpace" presStyleCnt="0"/>
      <dgm:spPr/>
    </dgm:pt>
    <dgm:pt modelId="{22B242DE-3AD4-4123-A73E-525B7788657D}" type="pres">
      <dgm:prSet presAssocID="{51B1FAD5-B0AB-434A-B84E-608081DB1EF0}" presName="desTx" presStyleLbl="revTx" presStyleIdx="7" presStyleCnt="12">
        <dgm:presLayoutVars/>
      </dgm:prSet>
      <dgm:spPr/>
    </dgm:pt>
    <dgm:pt modelId="{410CCC72-CC58-4D63-B5F9-FEB48EF19998}" type="pres">
      <dgm:prSet presAssocID="{C66BB1A4-ACA0-4C7F-8D73-C56817C8D0B1}" presName="sibTrans" presStyleCnt="0"/>
      <dgm:spPr/>
    </dgm:pt>
    <dgm:pt modelId="{7B4B653C-8C4C-411C-8CDC-A2ACC00E1878}" type="pres">
      <dgm:prSet presAssocID="{89E48B1C-BA38-4601-BE82-65ECDB236615}" presName="compNode" presStyleCnt="0"/>
      <dgm:spPr/>
    </dgm:pt>
    <dgm:pt modelId="{FF7B2435-14F3-4E8B-8BD6-1F5C866B2649}" type="pres">
      <dgm:prSet presAssocID="{89E48B1C-BA38-4601-BE82-65ECDB236615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édico"/>
        </a:ext>
      </dgm:extLst>
    </dgm:pt>
    <dgm:pt modelId="{6ACDB78A-3325-422C-9DFE-9936C4CD03FF}" type="pres">
      <dgm:prSet presAssocID="{89E48B1C-BA38-4601-BE82-65ECDB236615}" presName="iconSpace" presStyleCnt="0"/>
      <dgm:spPr/>
    </dgm:pt>
    <dgm:pt modelId="{FB341093-6C6B-477F-8B3D-5998782651A6}" type="pres">
      <dgm:prSet presAssocID="{89E48B1C-BA38-4601-BE82-65ECDB236615}" presName="parTx" presStyleLbl="revTx" presStyleIdx="8" presStyleCnt="12">
        <dgm:presLayoutVars>
          <dgm:chMax val="0"/>
          <dgm:chPref val="0"/>
        </dgm:presLayoutVars>
      </dgm:prSet>
      <dgm:spPr/>
    </dgm:pt>
    <dgm:pt modelId="{46D10B00-25BD-43B5-B3AF-05315682A97C}" type="pres">
      <dgm:prSet presAssocID="{89E48B1C-BA38-4601-BE82-65ECDB236615}" presName="txSpace" presStyleCnt="0"/>
      <dgm:spPr/>
    </dgm:pt>
    <dgm:pt modelId="{35AE5755-0456-4D86-8826-32465D34608C}" type="pres">
      <dgm:prSet presAssocID="{89E48B1C-BA38-4601-BE82-65ECDB236615}" presName="desTx" presStyleLbl="revTx" presStyleIdx="9" presStyleCnt="12">
        <dgm:presLayoutVars/>
      </dgm:prSet>
      <dgm:spPr/>
    </dgm:pt>
    <dgm:pt modelId="{60CF48F1-6448-43A9-AF1A-5FC1998029F6}" type="pres">
      <dgm:prSet presAssocID="{9ECD5993-516C-4824-8A6D-E3CDBB81FBA9}" presName="sibTrans" presStyleCnt="0"/>
      <dgm:spPr/>
    </dgm:pt>
    <dgm:pt modelId="{EC2D1E1F-FB50-418A-8BF1-C29DFA392FCE}" type="pres">
      <dgm:prSet presAssocID="{E8AC52E6-AF52-4F6F-998D-81F61D8649CA}" presName="compNode" presStyleCnt="0"/>
      <dgm:spPr/>
    </dgm:pt>
    <dgm:pt modelId="{9F5E218E-D804-49FF-BAC8-9F1A3E2B0669}" type="pres">
      <dgm:prSet presAssocID="{E8AC52E6-AF52-4F6F-998D-81F61D8649C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5C1EE320-54DA-41F7-B304-EA7B2B96C382}" type="pres">
      <dgm:prSet presAssocID="{E8AC52E6-AF52-4F6F-998D-81F61D8649CA}" presName="iconSpace" presStyleCnt="0"/>
      <dgm:spPr/>
    </dgm:pt>
    <dgm:pt modelId="{DFCD2514-B019-41F7-8458-2F71515CD3A2}" type="pres">
      <dgm:prSet presAssocID="{E8AC52E6-AF52-4F6F-998D-81F61D8649CA}" presName="parTx" presStyleLbl="revTx" presStyleIdx="10" presStyleCnt="12">
        <dgm:presLayoutVars>
          <dgm:chMax val="0"/>
          <dgm:chPref val="0"/>
        </dgm:presLayoutVars>
      </dgm:prSet>
      <dgm:spPr/>
    </dgm:pt>
    <dgm:pt modelId="{546B8C81-CF31-49F8-80DE-AD2B8E030BD1}" type="pres">
      <dgm:prSet presAssocID="{E8AC52E6-AF52-4F6F-998D-81F61D8649CA}" presName="txSpace" presStyleCnt="0"/>
      <dgm:spPr/>
    </dgm:pt>
    <dgm:pt modelId="{A246BB27-53DD-4504-9936-976746F2962E}" type="pres">
      <dgm:prSet presAssocID="{E8AC52E6-AF52-4F6F-998D-81F61D8649CA}" presName="desTx" presStyleLbl="revTx" presStyleIdx="11" presStyleCnt="12">
        <dgm:presLayoutVars/>
      </dgm:prSet>
      <dgm:spPr/>
    </dgm:pt>
  </dgm:ptLst>
  <dgm:cxnLst>
    <dgm:cxn modelId="{23814E09-4D88-41A4-A464-78FC8A040AE7}" srcId="{B30F40A8-7ADC-4228-AB61-04FE30474E1E}" destId="{50C19E26-B838-440E-9F7A-B0F482EC0DBF}" srcOrd="0" destOrd="0" parTransId="{65EAAB85-6EEB-456C-A36F-9CCA22A439FB}" sibTransId="{F3D10317-8C60-4A3B-B273-516FC13F4B4C}"/>
    <dgm:cxn modelId="{4BB02B0A-F5CE-4C0A-AA23-586E7C53E9FD}" type="presOf" srcId="{89E48B1C-BA38-4601-BE82-65ECDB236615}" destId="{FB341093-6C6B-477F-8B3D-5998782651A6}" srcOrd="0" destOrd="0" presId="urn:microsoft.com/office/officeart/2018/2/layout/IconLabelDescriptionList"/>
    <dgm:cxn modelId="{EFBC6E0B-BACF-4712-B303-D1774B842E33}" type="presOf" srcId="{E8AC52E6-AF52-4F6F-998D-81F61D8649CA}" destId="{DFCD2514-B019-41F7-8458-2F71515CD3A2}" srcOrd="0" destOrd="0" presId="urn:microsoft.com/office/officeart/2018/2/layout/IconLabelDescriptionList"/>
    <dgm:cxn modelId="{5EBFCE15-F4E3-4762-84B3-753BD5A65A48}" srcId="{5CFBD4AC-182E-423C-9403-FC632F2B8EC2}" destId="{E2457D40-D90E-42BE-A467-57A63B6C0477}" srcOrd="1" destOrd="0" parTransId="{DE6E8964-8BAC-45E3-B6D9-1C2CE72849D4}" sibTransId="{C801D4C1-8EEF-41D9-9345-C747C3179DF3}"/>
    <dgm:cxn modelId="{EC476D1A-F1D9-475B-AEA9-5D2808633886}" srcId="{89E48B1C-BA38-4601-BE82-65ECDB236615}" destId="{6F83085B-6ADE-4F85-AA12-34C1F19406E0}" srcOrd="1" destOrd="0" parTransId="{4D081CB6-EA9C-468A-A281-06467F99BA16}" sibTransId="{7BD10361-69D0-44A4-988F-2106540C28F0}"/>
    <dgm:cxn modelId="{57715229-0C4F-4197-90F2-27B77B2717F3}" type="presOf" srcId="{1AF5EF51-BFE0-478A-97A7-8EFA93EF3B3A}" destId="{4F672F10-89C5-459C-BFFC-F63E5462203B}" srcOrd="0" destOrd="0" presId="urn:microsoft.com/office/officeart/2018/2/layout/IconLabelDescriptionList"/>
    <dgm:cxn modelId="{75AB7E2B-3CA9-47D6-8AC7-DE509E3BE214}" srcId="{89E48B1C-BA38-4601-BE82-65ECDB236615}" destId="{1FF6A16B-4A6D-435E-AD5E-F20871A01A2F}" srcOrd="0" destOrd="0" parTransId="{964D3880-77BF-414E-B135-C2262AEB5C56}" sibTransId="{026B8A51-A2F8-4881-8636-C19430F0FE3D}"/>
    <dgm:cxn modelId="{97201432-2F29-4BFA-A55C-EF318B1902F3}" type="presOf" srcId="{D572B168-94BE-42CB-BA9D-84E2FC8CF2FD}" destId="{A246BB27-53DD-4504-9936-976746F2962E}" srcOrd="0" destOrd="0" presId="urn:microsoft.com/office/officeart/2018/2/layout/IconLabelDescriptionList"/>
    <dgm:cxn modelId="{86C49135-DDA4-4738-9E07-273175EA2E17}" srcId="{51B1FAD5-B0AB-434A-B84E-608081DB1EF0}" destId="{334E4FB6-C711-46E5-B89D-E024320A7E14}" srcOrd="1" destOrd="0" parTransId="{53107B9B-A462-4DD9-BA4F-149C4A23F251}" sibTransId="{2086D341-BE77-40B3-9DDF-9EE426B434E8}"/>
    <dgm:cxn modelId="{1E82BE37-AD89-4914-88C2-8C927CF6461F}" srcId="{1AF5EF51-BFE0-478A-97A7-8EFA93EF3B3A}" destId="{5CFBD4AC-182E-423C-9403-FC632F2B8EC2}" srcOrd="2" destOrd="0" parTransId="{9DCDE760-E8F6-4092-8C4C-A055F6A50A35}" sibTransId="{C7D0ADF7-3D20-4CB7-93DB-E8CCCCEB990C}"/>
    <dgm:cxn modelId="{9A6C7A3A-80DB-4436-B06C-5D8B1AF1487E}" srcId="{E8AC52E6-AF52-4F6F-998D-81F61D8649CA}" destId="{D572B168-94BE-42CB-BA9D-84E2FC8CF2FD}" srcOrd="0" destOrd="0" parTransId="{D2B5A145-2876-4CE3-BFE9-E389996BC408}" sibTransId="{E986BE4E-86AB-4674-AF9F-F33A3EE0C4B8}"/>
    <dgm:cxn modelId="{93F13A5D-D277-470C-A8B4-66E9AA0E336A}" type="presOf" srcId="{50C19E26-B838-440E-9F7A-B0F482EC0DBF}" destId="{5F03A916-150F-4E0D-A5B1-5F77CF5D2951}" srcOrd="0" destOrd="0" presId="urn:microsoft.com/office/officeart/2018/2/layout/IconLabelDescriptionList"/>
    <dgm:cxn modelId="{5F5D9661-AA23-4B03-8E97-267349B6C05D}" type="presOf" srcId="{6F83085B-6ADE-4F85-AA12-34C1F19406E0}" destId="{35AE5755-0456-4D86-8826-32465D34608C}" srcOrd="0" destOrd="1" presId="urn:microsoft.com/office/officeart/2018/2/layout/IconLabelDescriptionList"/>
    <dgm:cxn modelId="{73CB196D-C4A5-4072-A059-883D9849C363}" type="presOf" srcId="{927A2055-A924-42C9-BFA0-E6FC9749EAA9}" destId="{5F03A916-150F-4E0D-A5B1-5F77CF5D2951}" srcOrd="0" destOrd="1" presId="urn:microsoft.com/office/officeart/2018/2/layout/IconLabelDescriptionList"/>
    <dgm:cxn modelId="{4FC42A4E-B919-4340-929F-6AC9B17FC21B}" srcId="{B30F40A8-7ADC-4228-AB61-04FE30474E1E}" destId="{927A2055-A924-42C9-BFA0-E6FC9749EAA9}" srcOrd="1" destOrd="0" parTransId="{E011ED5B-15AD-4A00-84FA-9BB44D30582F}" sibTransId="{82C700F1-F36F-400B-AB50-FFAFAD204B42}"/>
    <dgm:cxn modelId="{49BF874E-84C2-49EA-96A7-DE13C330D7A7}" type="presOf" srcId="{C73D3A0B-635F-40E1-90D6-D138E954E6A5}" destId="{0BEAE393-2D7F-43B2-A30D-B74237BF0DD8}" srcOrd="0" destOrd="0" presId="urn:microsoft.com/office/officeart/2018/2/layout/IconLabelDescriptionList"/>
    <dgm:cxn modelId="{51F91F70-BB1B-46CE-94F5-95A9AE93FFC0}" srcId="{1AF5EF51-BFE0-478A-97A7-8EFA93EF3B3A}" destId="{89E48B1C-BA38-4601-BE82-65ECDB236615}" srcOrd="4" destOrd="0" parTransId="{1E2258BD-5AC7-4761-9289-9544B66E1EFA}" sibTransId="{9ECD5993-516C-4824-8A6D-E3CDBB81FBA9}"/>
    <dgm:cxn modelId="{56B85871-099F-4BE8-A468-53318BBF69EC}" type="presOf" srcId="{2570FB21-E703-44C3-B1B1-600C93B07E72}" destId="{DA0BFBE8-A9E2-4A36-B14A-0B62A9962ABD}" srcOrd="0" destOrd="1" presId="urn:microsoft.com/office/officeart/2018/2/layout/IconLabelDescriptionList"/>
    <dgm:cxn modelId="{2634CE83-EA68-4B47-9C38-796E597C5CC2}" type="presOf" srcId="{574A861A-3B7B-4C25-9F78-F0F1DCF5EF13}" destId="{DA0BFBE8-A9E2-4A36-B14A-0B62A9962ABD}" srcOrd="0" destOrd="0" presId="urn:microsoft.com/office/officeart/2018/2/layout/IconLabelDescriptionList"/>
    <dgm:cxn modelId="{9AAC8286-07F5-4BB9-9222-42931BB329D1}" type="presOf" srcId="{334E4FB6-C711-46E5-B89D-E024320A7E14}" destId="{22B242DE-3AD4-4123-A73E-525B7788657D}" srcOrd="0" destOrd="1" presId="urn:microsoft.com/office/officeart/2018/2/layout/IconLabelDescriptionList"/>
    <dgm:cxn modelId="{61DB6688-1E18-4DE3-B2A7-C0773983FEF4}" srcId="{C73D3A0B-635F-40E1-90D6-D138E954E6A5}" destId="{2570FB21-E703-44C3-B1B1-600C93B07E72}" srcOrd="1" destOrd="0" parTransId="{01866B2E-7D6B-4469-A118-AC22AEBB2FC4}" sibTransId="{7D698382-79FD-4824-99EF-130164316D0B}"/>
    <dgm:cxn modelId="{8F85F393-C56D-4CD7-BC53-E47D34196F12}" type="presOf" srcId="{E2457D40-D90E-42BE-A467-57A63B6C0477}" destId="{018151C0-15A4-469C-A170-7BA09849079F}" srcOrd="0" destOrd="1" presId="urn:microsoft.com/office/officeart/2018/2/layout/IconLabelDescriptionList"/>
    <dgm:cxn modelId="{9AEFAD95-3045-4C05-8DB0-F25AFC982190}" srcId="{5CFBD4AC-182E-423C-9403-FC632F2B8EC2}" destId="{561A6C6A-3383-4133-A3BC-6DDFA5D43B48}" srcOrd="0" destOrd="0" parTransId="{65BC9852-BBF1-430A-BABD-76316C06A552}" sibTransId="{8B1124B1-F2D4-464B-B666-339544B98267}"/>
    <dgm:cxn modelId="{67B9809D-799D-49B3-9FFF-71C159E5D154}" srcId="{C73D3A0B-635F-40E1-90D6-D138E954E6A5}" destId="{574A861A-3B7B-4C25-9F78-F0F1DCF5EF13}" srcOrd="0" destOrd="0" parTransId="{D24FD708-D433-4E54-A954-8E0C6839D0BC}" sibTransId="{1322AA15-EF47-4563-86EC-FA4518DCB63E}"/>
    <dgm:cxn modelId="{6E9880A6-0F1A-4220-B45B-2133F4FCBBA5}" type="presOf" srcId="{1FF6A16B-4A6D-435E-AD5E-F20871A01A2F}" destId="{35AE5755-0456-4D86-8826-32465D34608C}" srcOrd="0" destOrd="0" presId="urn:microsoft.com/office/officeart/2018/2/layout/IconLabelDescriptionList"/>
    <dgm:cxn modelId="{9C4C6AAC-7549-4C11-96A4-BC2436FD0A2E}" srcId="{1AF5EF51-BFE0-478A-97A7-8EFA93EF3B3A}" destId="{E8AC52E6-AF52-4F6F-998D-81F61D8649CA}" srcOrd="5" destOrd="0" parTransId="{938499FA-85A5-4B01-9861-5BE25DEE0634}" sibTransId="{208F5729-F5C8-4780-89B5-5A53BBD552F5}"/>
    <dgm:cxn modelId="{70B3CDB6-45AE-46E4-AA7F-7B515EF28BCC}" type="presOf" srcId="{561A6C6A-3383-4133-A3BC-6DDFA5D43B48}" destId="{018151C0-15A4-469C-A170-7BA09849079F}" srcOrd="0" destOrd="0" presId="urn:microsoft.com/office/officeart/2018/2/layout/IconLabelDescriptionList"/>
    <dgm:cxn modelId="{A3509BC4-B955-4F91-883C-BC35B871D694}" srcId="{1AF5EF51-BFE0-478A-97A7-8EFA93EF3B3A}" destId="{51B1FAD5-B0AB-434A-B84E-608081DB1EF0}" srcOrd="3" destOrd="0" parTransId="{9C4AB6E7-B7B0-4DC4-A66A-BCEE51ACB7D3}" sibTransId="{C66BB1A4-ACA0-4C7F-8D73-C56817C8D0B1}"/>
    <dgm:cxn modelId="{09D1D5C4-6795-455D-A0DA-7E35BA33C637}" type="presOf" srcId="{B30F40A8-7ADC-4228-AB61-04FE30474E1E}" destId="{226BAA88-8BC4-4CAD-ABF5-E39F711F1590}" srcOrd="0" destOrd="0" presId="urn:microsoft.com/office/officeart/2018/2/layout/IconLabelDescriptionList"/>
    <dgm:cxn modelId="{07042DD0-26F6-46C4-A5B0-6713E6644A7C}" srcId="{1AF5EF51-BFE0-478A-97A7-8EFA93EF3B3A}" destId="{B30F40A8-7ADC-4228-AB61-04FE30474E1E}" srcOrd="0" destOrd="0" parTransId="{87CD7FE6-FBAA-42F9-8D77-C310E81E9FF6}" sibTransId="{2CE22A12-F67D-4B11-88AE-9DE8F0BF2BE0}"/>
    <dgm:cxn modelId="{6D9BD1D7-59E3-48E2-8780-FE69D0919113}" srcId="{1AF5EF51-BFE0-478A-97A7-8EFA93EF3B3A}" destId="{C73D3A0B-635F-40E1-90D6-D138E954E6A5}" srcOrd="1" destOrd="0" parTransId="{F5D87D7B-9003-4412-A0C5-58127E652D52}" sibTransId="{B23F8D5D-55CF-4D63-B932-1D56B59AE249}"/>
    <dgm:cxn modelId="{E9392CDD-D410-46C6-84C6-B58D3184F692}" type="presOf" srcId="{88FD1543-301D-4724-ADF2-47AF336252BF}" destId="{22B242DE-3AD4-4123-A73E-525B7788657D}" srcOrd="0" destOrd="0" presId="urn:microsoft.com/office/officeart/2018/2/layout/IconLabelDescriptionList"/>
    <dgm:cxn modelId="{F07C03E4-09D1-4D64-8C12-0A8741C2A345}" type="presOf" srcId="{51B1FAD5-B0AB-434A-B84E-608081DB1EF0}" destId="{73614208-30A2-4C03-8F87-4642E2F30F88}" srcOrd="0" destOrd="0" presId="urn:microsoft.com/office/officeart/2018/2/layout/IconLabelDescriptionList"/>
    <dgm:cxn modelId="{769C7DEA-42F2-426E-BFC0-60EB2363040D}" type="presOf" srcId="{5CFBD4AC-182E-423C-9403-FC632F2B8EC2}" destId="{3A5885C7-93EA-430A-B1C5-A9A7CEF99E5F}" srcOrd="0" destOrd="0" presId="urn:microsoft.com/office/officeart/2018/2/layout/IconLabelDescriptionList"/>
    <dgm:cxn modelId="{5734FDF9-BD49-42B5-9293-6999CC49094D}" srcId="{51B1FAD5-B0AB-434A-B84E-608081DB1EF0}" destId="{88FD1543-301D-4724-ADF2-47AF336252BF}" srcOrd="0" destOrd="0" parTransId="{722A0C1A-05A6-4769-BFA3-FC8067DB5D1F}" sibTransId="{20B41D93-5AAB-49C8-ADA0-C3E6290D19A2}"/>
    <dgm:cxn modelId="{3F5AF832-0EDF-4EF6-98B5-602D63136B1E}" type="presParOf" srcId="{4F672F10-89C5-459C-BFFC-F63E5462203B}" destId="{CB44438C-69DA-4074-A947-0A79745D8C3D}" srcOrd="0" destOrd="0" presId="urn:microsoft.com/office/officeart/2018/2/layout/IconLabelDescriptionList"/>
    <dgm:cxn modelId="{0A97EFE1-1FA7-4DD6-B526-19CBF3FF3F01}" type="presParOf" srcId="{CB44438C-69DA-4074-A947-0A79745D8C3D}" destId="{672FBCDA-4048-40B5-AD93-EF62A983AE16}" srcOrd="0" destOrd="0" presId="urn:microsoft.com/office/officeart/2018/2/layout/IconLabelDescriptionList"/>
    <dgm:cxn modelId="{66443D4B-2EE7-4685-A7FF-08304BA4552B}" type="presParOf" srcId="{CB44438C-69DA-4074-A947-0A79745D8C3D}" destId="{2A957BE8-5C98-4C96-A97A-33EBC66A2909}" srcOrd="1" destOrd="0" presId="urn:microsoft.com/office/officeart/2018/2/layout/IconLabelDescriptionList"/>
    <dgm:cxn modelId="{9B64198F-FE3B-43AD-A046-D35027AC25D6}" type="presParOf" srcId="{CB44438C-69DA-4074-A947-0A79745D8C3D}" destId="{226BAA88-8BC4-4CAD-ABF5-E39F711F1590}" srcOrd="2" destOrd="0" presId="urn:microsoft.com/office/officeart/2018/2/layout/IconLabelDescriptionList"/>
    <dgm:cxn modelId="{77492FC5-2AE5-4428-9452-E3CEE91347C4}" type="presParOf" srcId="{CB44438C-69DA-4074-A947-0A79745D8C3D}" destId="{489AFEAD-75AC-44A2-8E28-F147B9426558}" srcOrd="3" destOrd="0" presId="urn:microsoft.com/office/officeart/2018/2/layout/IconLabelDescriptionList"/>
    <dgm:cxn modelId="{C657E035-7663-485E-ABE4-38A1E42632BF}" type="presParOf" srcId="{CB44438C-69DA-4074-A947-0A79745D8C3D}" destId="{5F03A916-150F-4E0D-A5B1-5F77CF5D2951}" srcOrd="4" destOrd="0" presId="urn:microsoft.com/office/officeart/2018/2/layout/IconLabelDescriptionList"/>
    <dgm:cxn modelId="{72BDC420-6B0F-420A-9086-54855C4EA519}" type="presParOf" srcId="{4F672F10-89C5-459C-BFFC-F63E5462203B}" destId="{8DABA02D-4E94-48E1-BA1B-93EC00C14785}" srcOrd="1" destOrd="0" presId="urn:microsoft.com/office/officeart/2018/2/layout/IconLabelDescriptionList"/>
    <dgm:cxn modelId="{ED5162B5-8C2E-4139-8074-A066D9754ECB}" type="presParOf" srcId="{4F672F10-89C5-459C-BFFC-F63E5462203B}" destId="{764D4A84-0AE5-4E7A-A1D5-7EB828F2281B}" srcOrd="2" destOrd="0" presId="urn:microsoft.com/office/officeart/2018/2/layout/IconLabelDescriptionList"/>
    <dgm:cxn modelId="{9E050BBC-CAAD-4E3F-BD3A-6050653354CA}" type="presParOf" srcId="{764D4A84-0AE5-4E7A-A1D5-7EB828F2281B}" destId="{52C2ACE0-E80C-45E4-9E98-DF5FC6F58AFF}" srcOrd="0" destOrd="0" presId="urn:microsoft.com/office/officeart/2018/2/layout/IconLabelDescriptionList"/>
    <dgm:cxn modelId="{2A420B9A-F93A-4F94-B393-AF2E3286B965}" type="presParOf" srcId="{764D4A84-0AE5-4E7A-A1D5-7EB828F2281B}" destId="{8F441382-4AB0-452B-AA97-BC25E96C2455}" srcOrd="1" destOrd="0" presId="urn:microsoft.com/office/officeart/2018/2/layout/IconLabelDescriptionList"/>
    <dgm:cxn modelId="{F3655D85-98E8-491E-83D8-475A58355755}" type="presParOf" srcId="{764D4A84-0AE5-4E7A-A1D5-7EB828F2281B}" destId="{0BEAE393-2D7F-43B2-A30D-B74237BF0DD8}" srcOrd="2" destOrd="0" presId="urn:microsoft.com/office/officeart/2018/2/layout/IconLabelDescriptionList"/>
    <dgm:cxn modelId="{22459830-602B-409E-BE0B-DC4F4BBA2492}" type="presParOf" srcId="{764D4A84-0AE5-4E7A-A1D5-7EB828F2281B}" destId="{2E9FF9C6-F58E-4767-82DB-2E0D5BB46373}" srcOrd="3" destOrd="0" presId="urn:microsoft.com/office/officeart/2018/2/layout/IconLabelDescriptionList"/>
    <dgm:cxn modelId="{A25EC9D1-B83D-4795-B098-E223B33B429C}" type="presParOf" srcId="{764D4A84-0AE5-4E7A-A1D5-7EB828F2281B}" destId="{DA0BFBE8-A9E2-4A36-B14A-0B62A9962ABD}" srcOrd="4" destOrd="0" presId="urn:microsoft.com/office/officeart/2018/2/layout/IconLabelDescriptionList"/>
    <dgm:cxn modelId="{C7BF45EB-8056-4A17-BAF7-A99760F3F3FF}" type="presParOf" srcId="{4F672F10-89C5-459C-BFFC-F63E5462203B}" destId="{18BFF65D-1D8C-493D-AD9D-4C1070C4B606}" srcOrd="3" destOrd="0" presId="urn:microsoft.com/office/officeart/2018/2/layout/IconLabelDescriptionList"/>
    <dgm:cxn modelId="{2170E0FB-57FC-41AB-B86B-BFA7E401E95A}" type="presParOf" srcId="{4F672F10-89C5-459C-BFFC-F63E5462203B}" destId="{0066E343-CF77-4D30-80C2-612745964B6F}" srcOrd="4" destOrd="0" presId="urn:microsoft.com/office/officeart/2018/2/layout/IconLabelDescriptionList"/>
    <dgm:cxn modelId="{C01EA6E1-2E50-4B36-80C0-2690442DD2F8}" type="presParOf" srcId="{0066E343-CF77-4D30-80C2-612745964B6F}" destId="{08A63BBE-476F-40F3-BB13-9260C3FF7D91}" srcOrd="0" destOrd="0" presId="urn:microsoft.com/office/officeart/2018/2/layout/IconLabelDescriptionList"/>
    <dgm:cxn modelId="{8E6FE63F-2AC1-46C4-A284-B7945E1359B4}" type="presParOf" srcId="{0066E343-CF77-4D30-80C2-612745964B6F}" destId="{30160358-0221-468E-81E1-DC8BFE328EBC}" srcOrd="1" destOrd="0" presId="urn:microsoft.com/office/officeart/2018/2/layout/IconLabelDescriptionList"/>
    <dgm:cxn modelId="{2500F4A7-B5C8-4A46-9743-27BE3DD29A33}" type="presParOf" srcId="{0066E343-CF77-4D30-80C2-612745964B6F}" destId="{3A5885C7-93EA-430A-B1C5-A9A7CEF99E5F}" srcOrd="2" destOrd="0" presId="urn:microsoft.com/office/officeart/2018/2/layout/IconLabelDescriptionList"/>
    <dgm:cxn modelId="{AC6329D2-0CB9-4C66-9DFD-7A212CB8144C}" type="presParOf" srcId="{0066E343-CF77-4D30-80C2-612745964B6F}" destId="{C20092BF-102E-4107-90BC-E2BB79A6216C}" srcOrd="3" destOrd="0" presId="urn:microsoft.com/office/officeart/2018/2/layout/IconLabelDescriptionList"/>
    <dgm:cxn modelId="{4F7D88BB-6AA8-4F39-A20C-0BD16DEEDD1D}" type="presParOf" srcId="{0066E343-CF77-4D30-80C2-612745964B6F}" destId="{018151C0-15A4-469C-A170-7BA09849079F}" srcOrd="4" destOrd="0" presId="urn:microsoft.com/office/officeart/2018/2/layout/IconLabelDescriptionList"/>
    <dgm:cxn modelId="{38B23ADC-FC30-490D-9036-7FCB237CC166}" type="presParOf" srcId="{4F672F10-89C5-459C-BFFC-F63E5462203B}" destId="{49C7117D-7C45-467D-8FCC-F63A17B84F6D}" srcOrd="5" destOrd="0" presId="urn:microsoft.com/office/officeart/2018/2/layout/IconLabelDescriptionList"/>
    <dgm:cxn modelId="{7BBCF312-39D1-44A4-967D-2BF59AB93563}" type="presParOf" srcId="{4F672F10-89C5-459C-BFFC-F63E5462203B}" destId="{520617CD-1B58-4106-AE82-4E1140E5E5A6}" srcOrd="6" destOrd="0" presId="urn:microsoft.com/office/officeart/2018/2/layout/IconLabelDescriptionList"/>
    <dgm:cxn modelId="{D01DC08F-F3FC-4CFC-9533-7639AEADCD6E}" type="presParOf" srcId="{520617CD-1B58-4106-AE82-4E1140E5E5A6}" destId="{561CC07D-486E-44D3-B907-FC27D26B3469}" srcOrd="0" destOrd="0" presId="urn:microsoft.com/office/officeart/2018/2/layout/IconLabelDescriptionList"/>
    <dgm:cxn modelId="{1AB0F20B-4625-4D44-BFE9-7FDAAA24EEBC}" type="presParOf" srcId="{520617CD-1B58-4106-AE82-4E1140E5E5A6}" destId="{2BEF0E1B-E184-489B-9C15-A8CD2EB989A8}" srcOrd="1" destOrd="0" presId="urn:microsoft.com/office/officeart/2018/2/layout/IconLabelDescriptionList"/>
    <dgm:cxn modelId="{0EAA67B3-6BDA-4D09-8134-9A8A53089209}" type="presParOf" srcId="{520617CD-1B58-4106-AE82-4E1140E5E5A6}" destId="{73614208-30A2-4C03-8F87-4642E2F30F88}" srcOrd="2" destOrd="0" presId="urn:microsoft.com/office/officeart/2018/2/layout/IconLabelDescriptionList"/>
    <dgm:cxn modelId="{7F4B41DA-99B3-46B3-A876-5A9777D94CBA}" type="presParOf" srcId="{520617CD-1B58-4106-AE82-4E1140E5E5A6}" destId="{FAD29BB9-38D4-4DAF-A495-EDF254E9D4F6}" srcOrd="3" destOrd="0" presId="urn:microsoft.com/office/officeart/2018/2/layout/IconLabelDescriptionList"/>
    <dgm:cxn modelId="{557C66C9-6D2B-48BF-A3E8-A3A00A91F866}" type="presParOf" srcId="{520617CD-1B58-4106-AE82-4E1140E5E5A6}" destId="{22B242DE-3AD4-4123-A73E-525B7788657D}" srcOrd="4" destOrd="0" presId="urn:microsoft.com/office/officeart/2018/2/layout/IconLabelDescriptionList"/>
    <dgm:cxn modelId="{75133CC5-D2BA-4BA8-A206-AD57BB505946}" type="presParOf" srcId="{4F672F10-89C5-459C-BFFC-F63E5462203B}" destId="{410CCC72-CC58-4D63-B5F9-FEB48EF19998}" srcOrd="7" destOrd="0" presId="urn:microsoft.com/office/officeart/2018/2/layout/IconLabelDescriptionList"/>
    <dgm:cxn modelId="{1439EA19-23C0-4AB6-98E6-BAF1A5A30BA7}" type="presParOf" srcId="{4F672F10-89C5-459C-BFFC-F63E5462203B}" destId="{7B4B653C-8C4C-411C-8CDC-A2ACC00E1878}" srcOrd="8" destOrd="0" presId="urn:microsoft.com/office/officeart/2018/2/layout/IconLabelDescriptionList"/>
    <dgm:cxn modelId="{5CD51C77-CB45-43A1-A35B-578E52DE2FE9}" type="presParOf" srcId="{7B4B653C-8C4C-411C-8CDC-A2ACC00E1878}" destId="{FF7B2435-14F3-4E8B-8BD6-1F5C866B2649}" srcOrd="0" destOrd="0" presId="urn:microsoft.com/office/officeart/2018/2/layout/IconLabelDescriptionList"/>
    <dgm:cxn modelId="{31B1D8B0-BFC9-4813-828E-2DDD85507CCC}" type="presParOf" srcId="{7B4B653C-8C4C-411C-8CDC-A2ACC00E1878}" destId="{6ACDB78A-3325-422C-9DFE-9936C4CD03FF}" srcOrd="1" destOrd="0" presId="urn:microsoft.com/office/officeart/2018/2/layout/IconLabelDescriptionList"/>
    <dgm:cxn modelId="{06534C73-22A5-4F13-89A5-87C38746BD81}" type="presParOf" srcId="{7B4B653C-8C4C-411C-8CDC-A2ACC00E1878}" destId="{FB341093-6C6B-477F-8B3D-5998782651A6}" srcOrd="2" destOrd="0" presId="urn:microsoft.com/office/officeart/2018/2/layout/IconLabelDescriptionList"/>
    <dgm:cxn modelId="{280AB91D-391B-4DAB-BF24-05BFE4A69747}" type="presParOf" srcId="{7B4B653C-8C4C-411C-8CDC-A2ACC00E1878}" destId="{46D10B00-25BD-43B5-B3AF-05315682A97C}" srcOrd="3" destOrd="0" presId="urn:microsoft.com/office/officeart/2018/2/layout/IconLabelDescriptionList"/>
    <dgm:cxn modelId="{CA1EA80C-26BB-4622-B0A2-28DB45E08182}" type="presParOf" srcId="{7B4B653C-8C4C-411C-8CDC-A2ACC00E1878}" destId="{35AE5755-0456-4D86-8826-32465D34608C}" srcOrd="4" destOrd="0" presId="urn:microsoft.com/office/officeart/2018/2/layout/IconLabelDescriptionList"/>
    <dgm:cxn modelId="{64CD6794-F77C-43D8-935D-D239F872E7B5}" type="presParOf" srcId="{4F672F10-89C5-459C-BFFC-F63E5462203B}" destId="{60CF48F1-6448-43A9-AF1A-5FC1998029F6}" srcOrd="9" destOrd="0" presId="urn:microsoft.com/office/officeart/2018/2/layout/IconLabelDescriptionList"/>
    <dgm:cxn modelId="{425FB7C8-5AAB-4D6C-8865-9B136DFD8C99}" type="presParOf" srcId="{4F672F10-89C5-459C-BFFC-F63E5462203B}" destId="{EC2D1E1F-FB50-418A-8BF1-C29DFA392FCE}" srcOrd="10" destOrd="0" presId="urn:microsoft.com/office/officeart/2018/2/layout/IconLabelDescriptionList"/>
    <dgm:cxn modelId="{ECA6B654-EE8B-439D-B7DB-35C8F032FEBA}" type="presParOf" srcId="{EC2D1E1F-FB50-418A-8BF1-C29DFA392FCE}" destId="{9F5E218E-D804-49FF-BAC8-9F1A3E2B0669}" srcOrd="0" destOrd="0" presId="urn:microsoft.com/office/officeart/2018/2/layout/IconLabelDescriptionList"/>
    <dgm:cxn modelId="{F0CAC8F5-F631-43CD-B1F4-85D8C88D286F}" type="presParOf" srcId="{EC2D1E1F-FB50-418A-8BF1-C29DFA392FCE}" destId="{5C1EE320-54DA-41F7-B304-EA7B2B96C382}" srcOrd="1" destOrd="0" presId="urn:microsoft.com/office/officeart/2018/2/layout/IconLabelDescriptionList"/>
    <dgm:cxn modelId="{F6719B2C-FEBE-4830-8962-037FFD27F3F0}" type="presParOf" srcId="{EC2D1E1F-FB50-418A-8BF1-C29DFA392FCE}" destId="{DFCD2514-B019-41F7-8458-2F71515CD3A2}" srcOrd="2" destOrd="0" presId="urn:microsoft.com/office/officeart/2018/2/layout/IconLabelDescriptionList"/>
    <dgm:cxn modelId="{4B40CB8C-8272-4C98-BC31-4EA41F1C0591}" type="presParOf" srcId="{EC2D1E1F-FB50-418A-8BF1-C29DFA392FCE}" destId="{546B8C81-CF31-49F8-80DE-AD2B8E030BD1}" srcOrd="3" destOrd="0" presId="urn:microsoft.com/office/officeart/2018/2/layout/IconLabelDescriptionList"/>
    <dgm:cxn modelId="{7C41D7E3-D8D8-43C5-89E7-5F8FE6997958}" type="presParOf" srcId="{EC2D1E1F-FB50-418A-8BF1-C29DFA392FCE}" destId="{A246BB27-53DD-4504-9936-976746F2962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677D76B-7544-4993-B12C-BC3D4874037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5175B78-9C57-4E92-8D4C-ED0E36C02514}">
      <dgm:prSet/>
      <dgm:spPr/>
      <dgm:t>
        <a:bodyPr/>
        <a:lstStyle/>
        <a:p>
          <a:r>
            <a:rPr lang="pt-BR"/>
            <a:t>Relevância da otimização para o mercado de trabalho e pesquisa.</a:t>
          </a:r>
          <a:endParaRPr lang="en-US"/>
        </a:p>
      </dgm:t>
    </dgm:pt>
    <dgm:pt modelId="{25B1963B-9FC7-4A3E-B4C2-75B28685E671}" type="parTrans" cxnId="{4D400AD2-8188-4645-90A8-4809288DC683}">
      <dgm:prSet/>
      <dgm:spPr/>
      <dgm:t>
        <a:bodyPr/>
        <a:lstStyle/>
        <a:p>
          <a:endParaRPr lang="en-US"/>
        </a:p>
      </dgm:t>
    </dgm:pt>
    <dgm:pt modelId="{BBC33582-692E-404D-B160-2C06BE6CDBDC}" type="sibTrans" cxnId="{4D400AD2-8188-4645-90A8-4809288DC683}">
      <dgm:prSet/>
      <dgm:spPr/>
      <dgm:t>
        <a:bodyPr/>
        <a:lstStyle/>
        <a:p>
          <a:endParaRPr lang="en-US"/>
        </a:p>
      </dgm:t>
    </dgm:pt>
    <dgm:pt modelId="{D00778A9-EBAF-4561-9F57-BC775976C06C}">
      <dgm:prSet/>
      <dgm:spPr/>
      <dgm:t>
        <a:bodyPr/>
        <a:lstStyle/>
        <a:p>
          <a:r>
            <a:rPr lang="pt-BR"/>
            <a:t>Desenvolvimento de habilidades de modelagem, resolução de problemas e programação.</a:t>
          </a:r>
          <a:endParaRPr lang="en-US"/>
        </a:p>
      </dgm:t>
    </dgm:pt>
    <dgm:pt modelId="{97885FF4-3559-4084-92FE-FDE8E84E271E}" type="parTrans" cxnId="{7B4505F0-A5DC-40B0-AB9F-03C67A960795}">
      <dgm:prSet/>
      <dgm:spPr/>
      <dgm:t>
        <a:bodyPr/>
        <a:lstStyle/>
        <a:p>
          <a:endParaRPr lang="en-US"/>
        </a:p>
      </dgm:t>
    </dgm:pt>
    <dgm:pt modelId="{1F314C4B-827E-4D59-A9C4-B55C73651D40}" type="sibTrans" cxnId="{7B4505F0-A5DC-40B0-AB9F-03C67A960795}">
      <dgm:prSet/>
      <dgm:spPr/>
      <dgm:t>
        <a:bodyPr/>
        <a:lstStyle/>
        <a:p>
          <a:endParaRPr lang="en-US"/>
        </a:p>
      </dgm:t>
    </dgm:pt>
    <dgm:pt modelId="{E0A5EDEE-533B-492A-8F31-DBF97BB5C2F7}">
      <dgm:prSet/>
      <dgm:spPr/>
      <dgm:t>
        <a:bodyPr/>
        <a:lstStyle/>
        <a:p>
          <a:r>
            <a:rPr lang="pt-BR"/>
            <a:t>Aplicações práticas em projetos e trabalhos futuros.</a:t>
          </a:r>
          <a:endParaRPr lang="en-US"/>
        </a:p>
      </dgm:t>
    </dgm:pt>
    <dgm:pt modelId="{A023B007-5CA3-4983-B194-36B37989D156}" type="parTrans" cxnId="{D51A7B6C-B769-4090-A276-DFAE4442A0F3}">
      <dgm:prSet/>
      <dgm:spPr/>
      <dgm:t>
        <a:bodyPr/>
        <a:lstStyle/>
        <a:p>
          <a:endParaRPr lang="en-US"/>
        </a:p>
      </dgm:t>
    </dgm:pt>
    <dgm:pt modelId="{4E433A70-FEEB-4752-9FE7-2D7AD70657A7}" type="sibTrans" cxnId="{D51A7B6C-B769-4090-A276-DFAE4442A0F3}">
      <dgm:prSet/>
      <dgm:spPr/>
      <dgm:t>
        <a:bodyPr/>
        <a:lstStyle/>
        <a:p>
          <a:endParaRPr lang="en-US"/>
        </a:p>
      </dgm:t>
    </dgm:pt>
    <dgm:pt modelId="{BA7C10F3-1AD2-4C5B-A0B4-D570AC3089E1}" type="pres">
      <dgm:prSet presAssocID="{B677D76B-7544-4993-B12C-BC3D48740372}" presName="root" presStyleCnt="0">
        <dgm:presLayoutVars>
          <dgm:dir/>
          <dgm:resizeHandles val="exact"/>
        </dgm:presLayoutVars>
      </dgm:prSet>
      <dgm:spPr/>
    </dgm:pt>
    <dgm:pt modelId="{A49EA924-2E10-48D4-B778-4134612B2320}" type="pres">
      <dgm:prSet presAssocID="{A5175B78-9C57-4E92-8D4C-ED0E36C02514}" presName="compNode" presStyleCnt="0"/>
      <dgm:spPr/>
    </dgm:pt>
    <dgm:pt modelId="{86205A0A-C06E-4EAE-8B83-20197A5FFE3B}" type="pres">
      <dgm:prSet presAssocID="{A5175B78-9C57-4E92-8D4C-ED0E36C02514}" presName="bgRect" presStyleLbl="bgShp" presStyleIdx="0" presStyleCnt="3"/>
      <dgm:spPr/>
    </dgm:pt>
    <dgm:pt modelId="{C2054446-87FD-4FF8-B76C-59739F8ED6D0}" type="pres">
      <dgm:prSet presAssocID="{A5175B78-9C57-4E92-8D4C-ED0E36C0251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83B477D2-5377-4512-B9D9-9B536F783811}" type="pres">
      <dgm:prSet presAssocID="{A5175B78-9C57-4E92-8D4C-ED0E36C02514}" presName="spaceRect" presStyleCnt="0"/>
      <dgm:spPr/>
    </dgm:pt>
    <dgm:pt modelId="{93FF2955-5F45-44A5-9092-515477ECB65A}" type="pres">
      <dgm:prSet presAssocID="{A5175B78-9C57-4E92-8D4C-ED0E36C02514}" presName="parTx" presStyleLbl="revTx" presStyleIdx="0" presStyleCnt="3">
        <dgm:presLayoutVars>
          <dgm:chMax val="0"/>
          <dgm:chPref val="0"/>
        </dgm:presLayoutVars>
      </dgm:prSet>
      <dgm:spPr/>
    </dgm:pt>
    <dgm:pt modelId="{9945C380-C277-40DF-8AC5-91FC1CB22B8B}" type="pres">
      <dgm:prSet presAssocID="{BBC33582-692E-404D-B160-2C06BE6CDBDC}" presName="sibTrans" presStyleCnt="0"/>
      <dgm:spPr/>
    </dgm:pt>
    <dgm:pt modelId="{39CA8734-4767-40B2-9827-C972B7E789F1}" type="pres">
      <dgm:prSet presAssocID="{D00778A9-EBAF-4561-9F57-BC775976C06C}" presName="compNode" presStyleCnt="0"/>
      <dgm:spPr/>
    </dgm:pt>
    <dgm:pt modelId="{900AF866-933A-439B-B611-80C98D3348B1}" type="pres">
      <dgm:prSet presAssocID="{D00778A9-EBAF-4561-9F57-BC775976C06C}" presName="bgRect" presStyleLbl="bgShp" presStyleIdx="1" presStyleCnt="3"/>
      <dgm:spPr/>
    </dgm:pt>
    <dgm:pt modelId="{EE8209FC-151D-49AB-8F32-E2A93E992205}" type="pres">
      <dgm:prSet presAssocID="{D00778A9-EBAF-4561-9F57-BC775976C06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5150191-9751-415A-A949-8E5514EDEB57}" type="pres">
      <dgm:prSet presAssocID="{D00778A9-EBAF-4561-9F57-BC775976C06C}" presName="spaceRect" presStyleCnt="0"/>
      <dgm:spPr/>
    </dgm:pt>
    <dgm:pt modelId="{E00AD5F1-60D2-4690-A61E-9D2DFB5723E2}" type="pres">
      <dgm:prSet presAssocID="{D00778A9-EBAF-4561-9F57-BC775976C06C}" presName="parTx" presStyleLbl="revTx" presStyleIdx="1" presStyleCnt="3">
        <dgm:presLayoutVars>
          <dgm:chMax val="0"/>
          <dgm:chPref val="0"/>
        </dgm:presLayoutVars>
      </dgm:prSet>
      <dgm:spPr/>
    </dgm:pt>
    <dgm:pt modelId="{83A48881-587C-4586-B5B1-F08CC1A76E3A}" type="pres">
      <dgm:prSet presAssocID="{1F314C4B-827E-4D59-A9C4-B55C73651D40}" presName="sibTrans" presStyleCnt="0"/>
      <dgm:spPr/>
    </dgm:pt>
    <dgm:pt modelId="{2F6CE51D-67F6-4CC2-82D3-1861D7F70FD2}" type="pres">
      <dgm:prSet presAssocID="{E0A5EDEE-533B-492A-8F31-DBF97BB5C2F7}" presName="compNode" presStyleCnt="0"/>
      <dgm:spPr/>
    </dgm:pt>
    <dgm:pt modelId="{F3690619-4A84-4343-B42E-C41A90CEC2BB}" type="pres">
      <dgm:prSet presAssocID="{E0A5EDEE-533B-492A-8F31-DBF97BB5C2F7}" presName="bgRect" presStyleLbl="bgShp" presStyleIdx="2" presStyleCnt="3"/>
      <dgm:spPr/>
    </dgm:pt>
    <dgm:pt modelId="{9D2E2425-B73B-4D8C-AD83-F7F4B22CA7EF}" type="pres">
      <dgm:prSet presAssocID="{E0A5EDEE-533B-492A-8F31-DBF97BB5C2F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5CD00ACE-E35F-4D98-9E3C-DE5A67EAA064}" type="pres">
      <dgm:prSet presAssocID="{E0A5EDEE-533B-492A-8F31-DBF97BB5C2F7}" presName="spaceRect" presStyleCnt="0"/>
      <dgm:spPr/>
    </dgm:pt>
    <dgm:pt modelId="{57C518B7-24F0-4EB8-AACF-FD11CA94774E}" type="pres">
      <dgm:prSet presAssocID="{E0A5EDEE-533B-492A-8F31-DBF97BB5C2F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56EAA24-D15E-4408-BA19-AE0231497CC9}" type="presOf" srcId="{D00778A9-EBAF-4561-9F57-BC775976C06C}" destId="{E00AD5F1-60D2-4690-A61E-9D2DFB5723E2}" srcOrd="0" destOrd="0" presId="urn:microsoft.com/office/officeart/2018/2/layout/IconVerticalSolidList"/>
    <dgm:cxn modelId="{9D0AC64A-EF5D-4429-B387-25F2E1EEC777}" type="presOf" srcId="{E0A5EDEE-533B-492A-8F31-DBF97BB5C2F7}" destId="{57C518B7-24F0-4EB8-AACF-FD11CA94774E}" srcOrd="0" destOrd="0" presId="urn:microsoft.com/office/officeart/2018/2/layout/IconVerticalSolidList"/>
    <dgm:cxn modelId="{D51A7B6C-B769-4090-A276-DFAE4442A0F3}" srcId="{B677D76B-7544-4993-B12C-BC3D48740372}" destId="{E0A5EDEE-533B-492A-8F31-DBF97BB5C2F7}" srcOrd="2" destOrd="0" parTransId="{A023B007-5CA3-4983-B194-36B37989D156}" sibTransId="{4E433A70-FEEB-4752-9FE7-2D7AD70657A7}"/>
    <dgm:cxn modelId="{1E8441A7-14BE-487F-937B-1D9DA96727D2}" type="presOf" srcId="{A5175B78-9C57-4E92-8D4C-ED0E36C02514}" destId="{93FF2955-5F45-44A5-9092-515477ECB65A}" srcOrd="0" destOrd="0" presId="urn:microsoft.com/office/officeart/2018/2/layout/IconVerticalSolidList"/>
    <dgm:cxn modelId="{4D400AD2-8188-4645-90A8-4809288DC683}" srcId="{B677D76B-7544-4993-B12C-BC3D48740372}" destId="{A5175B78-9C57-4E92-8D4C-ED0E36C02514}" srcOrd="0" destOrd="0" parTransId="{25B1963B-9FC7-4A3E-B4C2-75B28685E671}" sibTransId="{BBC33582-692E-404D-B160-2C06BE6CDBDC}"/>
    <dgm:cxn modelId="{199E59EC-FF4E-40D2-B446-924E3CA824A0}" type="presOf" srcId="{B677D76B-7544-4993-B12C-BC3D48740372}" destId="{BA7C10F3-1AD2-4C5B-A0B4-D570AC3089E1}" srcOrd="0" destOrd="0" presId="urn:microsoft.com/office/officeart/2018/2/layout/IconVerticalSolidList"/>
    <dgm:cxn modelId="{7B4505F0-A5DC-40B0-AB9F-03C67A960795}" srcId="{B677D76B-7544-4993-B12C-BC3D48740372}" destId="{D00778A9-EBAF-4561-9F57-BC775976C06C}" srcOrd="1" destOrd="0" parTransId="{97885FF4-3559-4084-92FE-FDE8E84E271E}" sibTransId="{1F314C4B-827E-4D59-A9C4-B55C73651D40}"/>
    <dgm:cxn modelId="{B58E8978-A9DA-4747-A9C9-1EF7DC48C9F1}" type="presParOf" srcId="{BA7C10F3-1AD2-4C5B-A0B4-D570AC3089E1}" destId="{A49EA924-2E10-48D4-B778-4134612B2320}" srcOrd="0" destOrd="0" presId="urn:microsoft.com/office/officeart/2018/2/layout/IconVerticalSolidList"/>
    <dgm:cxn modelId="{7650D3A5-DE70-45A5-B799-23A4658E7206}" type="presParOf" srcId="{A49EA924-2E10-48D4-B778-4134612B2320}" destId="{86205A0A-C06E-4EAE-8B83-20197A5FFE3B}" srcOrd="0" destOrd="0" presId="urn:microsoft.com/office/officeart/2018/2/layout/IconVerticalSolidList"/>
    <dgm:cxn modelId="{3D5C0508-7A78-4E33-8F87-8F65C4366F46}" type="presParOf" srcId="{A49EA924-2E10-48D4-B778-4134612B2320}" destId="{C2054446-87FD-4FF8-B76C-59739F8ED6D0}" srcOrd="1" destOrd="0" presId="urn:microsoft.com/office/officeart/2018/2/layout/IconVerticalSolidList"/>
    <dgm:cxn modelId="{5A270BD0-95FC-4839-8AFD-DCF2A5DC838C}" type="presParOf" srcId="{A49EA924-2E10-48D4-B778-4134612B2320}" destId="{83B477D2-5377-4512-B9D9-9B536F783811}" srcOrd="2" destOrd="0" presId="urn:microsoft.com/office/officeart/2018/2/layout/IconVerticalSolidList"/>
    <dgm:cxn modelId="{40337709-9741-413E-B17E-F05CAAA3DBDD}" type="presParOf" srcId="{A49EA924-2E10-48D4-B778-4134612B2320}" destId="{93FF2955-5F45-44A5-9092-515477ECB65A}" srcOrd="3" destOrd="0" presId="urn:microsoft.com/office/officeart/2018/2/layout/IconVerticalSolidList"/>
    <dgm:cxn modelId="{481307DD-72B1-48C9-A35E-DD2E1AEC1341}" type="presParOf" srcId="{BA7C10F3-1AD2-4C5B-A0B4-D570AC3089E1}" destId="{9945C380-C277-40DF-8AC5-91FC1CB22B8B}" srcOrd="1" destOrd="0" presId="urn:microsoft.com/office/officeart/2018/2/layout/IconVerticalSolidList"/>
    <dgm:cxn modelId="{D6B28126-BE0B-471D-887B-2AAD74636B84}" type="presParOf" srcId="{BA7C10F3-1AD2-4C5B-A0B4-D570AC3089E1}" destId="{39CA8734-4767-40B2-9827-C972B7E789F1}" srcOrd="2" destOrd="0" presId="urn:microsoft.com/office/officeart/2018/2/layout/IconVerticalSolidList"/>
    <dgm:cxn modelId="{45439B76-48F2-4FA2-8518-B584C69BBB07}" type="presParOf" srcId="{39CA8734-4767-40B2-9827-C972B7E789F1}" destId="{900AF866-933A-439B-B611-80C98D3348B1}" srcOrd="0" destOrd="0" presId="urn:microsoft.com/office/officeart/2018/2/layout/IconVerticalSolidList"/>
    <dgm:cxn modelId="{7AC2B8CE-F9EC-436E-B958-F42EBC20F37B}" type="presParOf" srcId="{39CA8734-4767-40B2-9827-C972B7E789F1}" destId="{EE8209FC-151D-49AB-8F32-E2A93E992205}" srcOrd="1" destOrd="0" presId="urn:microsoft.com/office/officeart/2018/2/layout/IconVerticalSolidList"/>
    <dgm:cxn modelId="{66FDEC8E-E631-4E19-8346-5341EB7276DE}" type="presParOf" srcId="{39CA8734-4767-40B2-9827-C972B7E789F1}" destId="{05150191-9751-415A-A949-8E5514EDEB57}" srcOrd="2" destOrd="0" presId="urn:microsoft.com/office/officeart/2018/2/layout/IconVerticalSolidList"/>
    <dgm:cxn modelId="{F653AA95-9F93-47E8-80DC-3BE27EAC64D6}" type="presParOf" srcId="{39CA8734-4767-40B2-9827-C972B7E789F1}" destId="{E00AD5F1-60D2-4690-A61E-9D2DFB5723E2}" srcOrd="3" destOrd="0" presId="urn:microsoft.com/office/officeart/2018/2/layout/IconVerticalSolidList"/>
    <dgm:cxn modelId="{2BCA2971-2D6C-4095-A8D9-6A9744CBE36B}" type="presParOf" srcId="{BA7C10F3-1AD2-4C5B-A0B4-D570AC3089E1}" destId="{83A48881-587C-4586-B5B1-F08CC1A76E3A}" srcOrd="3" destOrd="0" presId="urn:microsoft.com/office/officeart/2018/2/layout/IconVerticalSolidList"/>
    <dgm:cxn modelId="{E5F3406A-854D-4927-ACFB-BEFFEB4F3889}" type="presParOf" srcId="{BA7C10F3-1AD2-4C5B-A0B4-D570AC3089E1}" destId="{2F6CE51D-67F6-4CC2-82D3-1861D7F70FD2}" srcOrd="4" destOrd="0" presId="urn:microsoft.com/office/officeart/2018/2/layout/IconVerticalSolidList"/>
    <dgm:cxn modelId="{C6268763-27BA-48A5-8E1C-8B9625E964C2}" type="presParOf" srcId="{2F6CE51D-67F6-4CC2-82D3-1861D7F70FD2}" destId="{F3690619-4A84-4343-B42E-C41A90CEC2BB}" srcOrd="0" destOrd="0" presId="urn:microsoft.com/office/officeart/2018/2/layout/IconVerticalSolidList"/>
    <dgm:cxn modelId="{FAAE98B9-BF5B-4C77-9D58-419CB5A04B77}" type="presParOf" srcId="{2F6CE51D-67F6-4CC2-82D3-1861D7F70FD2}" destId="{9D2E2425-B73B-4D8C-AD83-F7F4B22CA7EF}" srcOrd="1" destOrd="0" presId="urn:microsoft.com/office/officeart/2018/2/layout/IconVerticalSolidList"/>
    <dgm:cxn modelId="{AB61DE84-497D-46CC-A638-90A3DD61B3FF}" type="presParOf" srcId="{2F6CE51D-67F6-4CC2-82D3-1861D7F70FD2}" destId="{5CD00ACE-E35F-4D98-9E3C-DE5A67EAA064}" srcOrd="2" destOrd="0" presId="urn:microsoft.com/office/officeart/2018/2/layout/IconVerticalSolidList"/>
    <dgm:cxn modelId="{7579511B-8E1C-4181-BEB2-F4E927A28483}" type="presParOf" srcId="{2F6CE51D-67F6-4CC2-82D3-1861D7F70FD2}" destId="{57C518B7-24F0-4EB8-AACF-FD11CA94774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631BB63-1AB2-4F90-9E72-ABD0B1683EA8}" type="doc">
      <dgm:prSet loTypeId="urn:microsoft.com/office/officeart/2005/8/layout/cycle8" loCatId="cycle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E78DF77-16F6-4680-95B2-E010677A928F}">
      <dgm:prSet/>
      <dgm:spPr/>
      <dgm:t>
        <a:bodyPr/>
        <a:lstStyle/>
        <a:p>
          <a:r>
            <a:rPr lang="pt-BR"/>
            <a:t>Visão geral das unidades da disciplina:</a:t>
          </a:r>
          <a:endParaRPr lang="en-US"/>
        </a:p>
      </dgm:t>
    </dgm:pt>
    <dgm:pt modelId="{04EE1767-BE9A-4822-9C61-340AFB8356BC}" type="parTrans" cxnId="{E2FE9060-B1B7-4393-B33D-870622BBD5C3}">
      <dgm:prSet/>
      <dgm:spPr/>
      <dgm:t>
        <a:bodyPr/>
        <a:lstStyle/>
        <a:p>
          <a:endParaRPr lang="en-US"/>
        </a:p>
      </dgm:t>
    </dgm:pt>
    <dgm:pt modelId="{2917FF3D-7E89-471D-9934-BEC3AE9C150D}" type="sibTrans" cxnId="{E2FE9060-B1B7-4393-B33D-870622BBD5C3}">
      <dgm:prSet/>
      <dgm:spPr/>
      <dgm:t>
        <a:bodyPr/>
        <a:lstStyle/>
        <a:p>
          <a:endParaRPr lang="en-US"/>
        </a:p>
      </dgm:t>
    </dgm:pt>
    <dgm:pt modelId="{9D510541-94CD-4696-A34A-D23E817C9274}">
      <dgm:prSet/>
      <dgm:spPr/>
      <dgm:t>
        <a:bodyPr/>
        <a:lstStyle/>
        <a:p>
          <a:r>
            <a:rPr lang="pt-BR"/>
            <a:t>Unidade 1: Modelagem de problemas e programação linear.</a:t>
          </a:r>
          <a:endParaRPr lang="en-US"/>
        </a:p>
      </dgm:t>
    </dgm:pt>
    <dgm:pt modelId="{5F315110-7F2F-4016-BC01-2B25BED4872C}" type="parTrans" cxnId="{13F2A54A-162A-4838-9762-D6439C52542D}">
      <dgm:prSet/>
      <dgm:spPr/>
      <dgm:t>
        <a:bodyPr/>
        <a:lstStyle/>
        <a:p>
          <a:endParaRPr lang="en-US"/>
        </a:p>
      </dgm:t>
    </dgm:pt>
    <dgm:pt modelId="{401C2DCD-DA7D-4F7E-A5E6-D7E630E97BB5}" type="sibTrans" cxnId="{13F2A54A-162A-4838-9762-D6439C52542D}">
      <dgm:prSet/>
      <dgm:spPr/>
      <dgm:t>
        <a:bodyPr/>
        <a:lstStyle/>
        <a:p>
          <a:endParaRPr lang="en-US"/>
        </a:p>
      </dgm:t>
    </dgm:pt>
    <dgm:pt modelId="{E5790837-C334-472B-8467-87BC5F3F603E}">
      <dgm:prSet/>
      <dgm:spPr/>
      <dgm:t>
        <a:bodyPr/>
        <a:lstStyle/>
        <a:p>
          <a:r>
            <a:rPr lang="pt-BR"/>
            <a:t>Unidade 2: Método SIMPLEX.</a:t>
          </a:r>
          <a:endParaRPr lang="en-US"/>
        </a:p>
      </dgm:t>
    </dgm:pt>
    <dgm:pt modelId="{BA82AD28-D723-443D-83E2-30837998D531}" type="parTrans" cxnId="{70B4AC9C-A9A6-4565-9C27-7FD6B7A1900B}">
      <dgm:prSet/>
      <dgm:spPr/>
      <dgm:t>
        <a:bodyPr/>
        <a:lstStyle/>
        <a:p>
          <a:endParaRPr lang="en-US"/>
        </a:p>
      </dgm:t>
    </dgm:pt>
    <dgm:pt modelId="{CC31BC23-8492-41AD-9219-DA999DED0EB6}" type="sibTrans" cxnId="{70B4AC9C-A9A6-4565-9C27-7FD6B7A1900B}">
      <dgm:prSet/>
      <dgm:spPr/>
      <dgm:t>
        <a:bodyPr/>
        <a:lstStyle/>
        <a:p>
          <a:endParaRPr lang="en-US"/>
        </a:p>
      </dgm:t>
    </dgm:pt>
    <dgm:pt modelId="{EB5EAA14-BD35-41E8-A0D3-492656EC7F36}">
      <dgm:prSet/>
      <dgm:spPr/>
      <dgm:t>
        <a:bodyPr/>
        <a:lstStyle/>
        <a:p>
          <a:r>
            <a:rPr lang="pt-BR"/>
            <a:t>Unidade 3: Problemas clássicos de otimização combinatória.</a:t>
          </a:r>
          <a:endParaRPr lang="en-US"/>
        </a:p>
      </dgm:t>
    </dgm:pt>
    <dgm:pt modelId="{5C96A7CB-752D-46AB-BEFE-BB5D6F00D61E}" type="parTrans" cxnId="{B0F27B94-ED3B-4EC1-81B7-32D5C2464AD8}">
      <dgm:prSet/>
      <dgm:spPr/>
      <dgm:t>
        <a:bodyPr/>
        <a:lstStyle/>
        <a:p>
          <a:endParaRPr lang="en-US"/>
        </a:p>
      </dgm:t>
    </dgm:pt>
    <dgm:pt modelId="{566B6FB9-A1ED-4476-A30F-5B01C302DAB9}" type="sibTrans" cxnId="{B0F27B94-ED3B-4EC1-81B7-32D5C2464AD8}">
      <dgm:prSet/>
      <dgm:spPr/>
      <dgm:t>
        <a:bodyPr/>
        <a:lstStyle/>
        <a:p>
          <a:endParaRPr lang="en-US"/>
        </a:p>
      </dgm:t>
    </dgm:pt>
    <dgm:pt modelId="{8809794F-54F0-432D-A103-2DB715893D1F}">
      <dgm:prSet/>
      <dgm:spPr/>
      <dgm:t>
        <a:bodyPr/>
        <a:lstStyle/>
        <a:p>
          <a:r>
            <a:rPr lang="pt-BR"/>
            <a:t>Unidade 4: Métodos heurísticos e metaheurísticos de otimização.</a:t>
          </a:r>
          <a:endParaRPr lang="en-US"/>
        </a:p>
      </dgm:t>
    </dgm:pt>
    <dgm:pt modelId="{D4357835-DE76-43A3-9E9A-146E4D65973E}" type="parTrans" cxnId="{8476B159-1945-46A4-A4EA-60705CFB75E0}">
      <dgm:prSet/>
      <dgm:spPr/>
      <dgm:t>
        <a:bodyPr/>
        <a:lstStyle/>
        <a:p>
          <a:endParaRPr lang="en-US"/>
        </a:p>
      </dgm:t>
    </dgm:pt>
    <dgm:pt modelId="{EF11B3CE-3483-44CD-BED8-AFEB59B089F4}" type="sibTrans" cxnId="{8476B159-1945-46A4-A4EA-60705CFB75E0}">
      <dgm:prSet/>
      <dgm:spPr/>
      <dgm:t>
        <a:bodyPr/>
        <a:lstStyle/>
        <a:p>
          <a:endParaRPr lang="en-US"/>
        </a:p>
      </dgm:t>
    </dgm:pt>
    <dgm:pt modelId="{DE1C4F47-D7DA-4218-B73F-FBA9B5B18D2D}">
      <dgm:prSet/>
      <dgm:spPr/>
      <dgm:t>
        <a:bodyPr/>
        <a:lstStyle/>
        <a:p>
          <a:r>
            <a:rPr lang="pt-BR"/>
            <a:t>Detalhes sobre os tópicos abordados em cada unidade.</a:t>
          </a:r>
          <a:endParaRPr lang="en-US"/>
        </a:p>
      </dgm:t>
    </dgm:pt>
    <dgm:pt modelId="{094E7723-A9BB-4705-AF73-89B9C9211F0B}" type="parTrans" cxnId="{83CCA9CF-BD3E-4B55-AFD7-001F133FB04F}">
      <dgm:prSet/>
      <dgm:spPr/>
      <dgm:t>
        <a:bodyPr/>
        <a:lstStyle/>
        <a:p>
          <a:endParaRPr lang="en-US"/>
        </a:p>
      </dgm:t>
    </dgm:pt>
    <dgm:pt modelId="{30A5865E-B094-4D52-B054-C31C432AAC19}" type="sibTrans" cxnId="{83CCA9CF-BD3E-4B55-AFD7-001F133FB04F}">
      <dgm:prSet/>
      <dgm:spPr/>
      <dgm:t>
        <a:bodyPr/>
        <a:lstStyle/>
        <a:p>
          <a:endParaRPr lang="en-US"/>
        </a:p>
      </dgm:t>
    </dgm:pt>
    <dgm:pt modelId="{A3573945-04FC-4D0B-97FD-C02802717CDB}">
      <dgm:prSet/>
      <dgm:spPr/>
      <dgm:t>
        <a:bodyPr/>
        <a:lstStyle/>
        <a:p>
          <a:r>
            <a:rPr lang="pt-BR"/>
            <a:t>Importância da progressão lógica entre as unidades.</a:t>
          </a:r>
          <a:endParaRPr lang="en-US"/>
        </a:p>
      </dgm:t>
    </dgm:pt>
    <dgm:pt modelId="{067B9505-E3AC-45C6-AF48-38D32A15C682}" type="parTrans" cxnId="{2FDD9E1E-8A04-4E68-B8FC-35D4CA061A27}">
      <dgm:prSet/>
      <dgm:spPr/>
      <dgm:t>
        <a:bodyPr/>
        <a:lstStyle/>
        <a:p>
          <a:endParaRPr lang="en-US"/>
        </a:p>
      </dgm:t>
    </dgm:pt>
    <dgm:pt modelId="{9A655E04-8691-48A5-9368-919F544AA570}" type="sibTrans" cxnId="{2FDD9E1E-8A04-4E68-B8FC-35D4CA061A27}">
      <dgm:prSet/>
      <dgm:spPr/>
      <dgm:t>
        <a:bodyPr/>
        <a:lstStyle/>
        <a:p>
          <a:endParaRPr lang="en-US"/>
        </a:p>
      </dgm:t>
    </dgm:pt>
    <dgm:pt modelId="{016655CA-D9B7-4296-9340-C357A25BCD50}" type="pres">
      <dgm:prSet presAssocID="{E631BB63-1AB2-4F90-9E72-ABD0B1683EA8}" presName="compositeShape" presStyleCnt="0">
        <dgm:presLayoutVars>
          <dgm:chMax val="7"/>
          <dgm:dir/>
          <dgm:resizeHandles val="exact"/>
        </dgm:presLayoutVars>
      </dgm:prSet>
      <dgm:spPr/>
    </dgm:pt>
    <dgm:pt modelId="{0F64747A-3E2E-428D-BB6B-F39F3C985FEB}" type="pres">
      <dgm:prSet presAssocID="{E631BB63-1AB2-4F90-9E72-ABD0B1683EA8}" presName="wedge1" presStyleLbl="node1" presStyleIdx="0" presStyleCnt="7"/>
      <dgm:spPr/>
    </dgm:pt>
    <dgm:pt modelId="{A9DEA37F-8F09-48BA-A363-23ED78709812}" type="pres">
      <dgm:prSet presAssocID="{E631BB63-1AB2-4F90-9E72-ABD0B1683EA8}" presName="dummy1a" presStyleCnt="0"/>
      <dgm:spPr/>
    </dgm:pt>
    <dgm:pt modelId="{4B3358C5-A87D-4B04-AB55-33954CAFA35D}" type="pres">
      <dgm:prSet presAssocID="{E631BB63-1AB2-4F90-9E72-ABD0B1683EA8}" presName="dummy1b" presStyleCnt="0"/>
      <dgm:spPr/>
    </dgm:pt>
    <dgm:pt modelId="{BF23DF14-B111-48DA-A800-486B6728FD66}" type="pres">
      <dgm:prSet presAssocID="{E631BB63-1AB2-4F90-9E72-ABD0B1683EA8}" presName="wedge1Tx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124C2F93-6704-47B2-96D3-1F8F99545D63}" type="pres">
      <dgm:prSet presAssocID="{E631BB63-1AB2-4F90-9E72-ABD0B1683EA8}" presName="wedge2" presStyleLbl="node1" presStyleIdx="1" presStyleCnt="7"/>
      <dgm:spPr/>
    </dgm:pt>
    <dgm:pt modelId="{D139D7D5-F45D-4772-B951-9063C1498216}" type="pres">
      <dgm:prSet presAssocID="{E631BB63-1AB2-4F90-9E72-ABD0B1683EA8}" presName="dummy2a" presStyleCnt="0"/>
      <dgm:spPr/>
    </dgm:pt>
    <dgm:pt modelId="{01176798-8ED1-49F3-BAFE-F95A69546917}" type="pres">
      <dgm:prSet presAssocID="{E631BB63-1AB2-4F90-9E72-ABD0B1683EA8}" presName="dummy2b" presStyleCnt="0"/>
      <dgm:spPr/>
    </dgm:pt>
    <dgm:pt modelId="{D2D02D22-0771-459E-AF90-B2FBB16B0A11}" type="pres">
      <dgm:prSet presAssocID="{E631BB63-1AB2-4F90-9E72-ABD0B1683EA8}" presName="wedge2Tx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732307A1-E3E2-4A66-8A9D-F983BF30E104}" type="pres">
      <dgm:prSet presAssocID="{E631BB63-1AB2-4F90-9E72-ABD0B1683EA8}" presName="wedge3" presStyleLbl="node1" presStyleIdx="2" presStyleCnt="7"/>
      <dgm:spPr/>
    </dgm:pt>
    <dgm:pt modelId="{B57A63F1-9059-40CB-BCAB-A18C3B1F6558}" type="pres">
      <dgm:prSet presAssocID="{E631BB63-1AB2-4F90-9E72-ABD0B1683EA8}" presName="dummy3a" presStyleCnt="0"/>
      <dgm:spPr/>
    </dgm:pt>
    <dgm:pt modelId="{F8375BE1-A0C3-439F-A362-B8C7FED9DA09}" type="pres">
      <dgm:prSet presAssocID="{E631BB63-1AB2-4F90-9E72-ABD0B1683EA8}" presName="dummy3b" presStyleCnt="0"/>
      <dgm:spPr/>
    </dgm:pt>
    <dgm:pt modelId="{6A905E66-681D-4367-BDCE-4EFC24CDEE94}" type="pres">
      <dgm:prSet presAssocID="{E631BB63-1AB2-4F90-9E72-ABD0B1683EA8}" presName="wedge3Tx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EAE9BB82-9704-4E12-82AB-3CAC19D5F2BD}" type="pres">
      <dgm:prSet presAssocID="{E631BB63-1AB2-4F90-9E72-ABD0B1683EA8}" presName="wedge4" presStyleLbl="node1" presStyleIdx="3" presStyleCnt="7"/>
      <dgm:spPr/>
    </dgm:pt>
    <dgm:pt modelId="{2037403C-ADD5-4256-9A38-8014CFE1473B}" type="pres">
      <dgm:prSet presAssocID="{E631BB63-1AB2-4F90-9E72-ABD0B1683EA8}" presName="dummy4a" presStyleCnt="0"/>
      <dgm:spPr/>
    </dgm:pt>
    <dgm:pt modelId="{AB0A19EB-B3BD-4014-97B7-740F1C58D962}" type="pres">
      <dgm:prSet presAssocID="{E631BB63-1AB2-4F90-9E72-ABD0B1683EA8}" presName="dummy4b" presStyleCnt="0"/>
      <dgm:spPr/>
    </dgm:pt>
    <dgm:pt modelId="{00E0AFD0-3A84-4B8D-AC65-B562E7451336}" type="pres">
      <dgm:prSet presAssocID="{E631BB63-1AB2-4F90-9E72-ABD0B1683EA8}" presName="wedge4Tx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94912DC9-655D-4B9A-A722-E92E37A5CFF1}" type="pres">
      <dgm:prSet presAssocID="{E631BB63-1AB2-4F90-9E72-ABD0B1683EA8}" presName="wedge5" presStyleLbl="node1" presStyleIdx="4" presStyleCnt="7"/>
      <dgm:spPr/>
    </dgm:pt>
    <dgm:pt modelId="{1D401F1C-F3BC-4DDB-881E-6E77A270D76A}" type="pres">
      <dgm:prSet presAssocID="{E631BB63-1AB2-4F90-9E72-ABD0B1683EA8}" presName="dummy5a" presStyleCnt="0"/>
      <dgm:spPr/>
    </dgm:pt>
    <dgm:pt modelId="{ABFF40A9-357C-4FCF-AE33-FEFE54D34E86}" type="pres">
      <dgm:prSet presAssocID="{E631BB63-1AB2-4F90-9E72-ABD0B1683EA8}" presName="dummy5b" presStyleCnt="0"/>
      <dgm:spPr/>
    </dgm:pt>
    <dgm:pt modelId="{F4915A09-35EA-4506-985A-0BD9F66D3D4A}" type="pres">
      <dgm:prSet presAssocID="{E631BB63-1AB2-4F90-9E72-ABD0B1683EA8}" presName="wedge5Tx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C518E88A-3B0E-4ECA-BAF1-1F3E8F7F4C17}" type="pres">
      <dgm:prSet presAssocID="{E631BB63-1AB2-4F90-9E72-ABD0B1683EA8}" presName="wedge6" presStyleLbl="node1" presStyleIdx="5" presStyleCnt="7"/>
      <dgm:spPr/>
    </dgm:pt>
    <dgm:pt modelId="{EEDDBE4C-D1AC-4AA0-AA18-C42390272936}" type="pres">
      <dgm:prSet presAssocID="{E631BB63-1AB2-4F90-9E72-ABD0B1683EA8}" presName="dummy6a" presStyleCnt="0"/>
      <dgm:spPr/>
    </dgm:pt>
    <dgm:pt modelId="{D44BB034-C5E8-43F6-AAEE-F33928792D9C}" type="pres">
      <dgm:prSet presAssocID="{E631BB63-1AB2-4F90-9E72-ABD0B1683EA8}" presName="dummy6b" presStyleCnt="0"/>
      <dgm:spPr/>
    </dgm:pt>
    <dgm:pt modelId="{28DADDA2-8E2C-4BCD-8024-E4A6C16DEF7D}" type="pres">
      <dgm:prSet presAssocID="{E631BB63-1AB2-4F90-9E72-ABD0B1683EA8}" presName="wedge6Tx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141AAD4E-F3FF-460E-9F50-5B23A3FFD2A9}" type="pres">
      <dgm:prSet presAssocID="{E631BB63-1AB2-4F90-9E72-ABD0B1683EA8}" presName="wedge7" presStyleLbl="node1" presStyleIdx="6" presStyleCnt="7"/>
      <dgm:spPr/>
    </dgm:pt>
    <dgm:pt modelId="{8DA410F7-8582-403F-AF87-F95ECDB38839}" type="pres">
      <dgm:prSet presAssocID="{E631BB63-1AB2-4F90-9E72-ABD0B1683EA8}" presName="dummy7a" presStyleCnt="0"/>
      <dgm:spPr/>
    </dgm:pt>
    <dgm:pt modelId="{FDB5081C-2146-44D6-980E-7E406DD4A090}" type="pres">
      <dgm:prSet presAssocID="{E631BB63-1AB2-4F90-9E72-ABD0B1683EA8}" presName="dummy7b" presStyleCnt="0"/>
      <dgm:spPr/>
    </dgm:pt>
    <dgm:pt modelId="{AB71F885-8805-40EA-B9C3-3998F520D208}" type="pres">
      <dgm:prSet presAssocID="{E631BB63-1AB2-4F90-9E72-ABD0B1683EA8}" presName="wedge7Tx" presStyleLbl="node1" presStyleIdx="6" presStyleCnt="7">
        <dgm:presLayoutVars>
          <dgm:chMax val="0"/>
          <dgm:chPref val="0"/>
          <dgm:bulletEnabled val="1"/>
        </dgm:presLayoutVars>
      </dgm:prSet>
      <dgm:spPr/>
    </dgm:pt>
    <dgm:pt modelId="{1773678E-4388-4129-94B3-558BCA864070}" type="pres">
      <dgm:prSet presAssocID="{2917FF3D-7E89-471D-9934-BEC3AE9C150D}" presName="arrowWedge1" presStyleLbl="fgSibTrans2D1" presStyleIdx="0" presStyleCnt="7"/>
      <dgm:spPr/>
    </dgm:pt>
    <dgm:pt modelId="{D78059B5-4A0F-4C1A-8B26-B2FE74271316}" type="pres">
      <dgm:prSet presAssocID="{401C2DCD-DA7D-4F7E-A5E6-D7E630E97BB5}" presName="arrowWedge2" presStyleLbl="fgSibTrans2D1" presStyleIdx="1" presStyleCnt="7"/>
      <dgm:spPr/>
    </dgm:pt>
    <dgm:pt modelId="{ADE70DDF-771A-4E61-B0A9-2B0D248147E0}" type="pres">
      <dgm:prSet presAssocID="{CC31BC23-8492-41AD-9219-DA999DED0EB6}" presName="arrowWedge3" presStyleLbl="fgSibTrans2D1" presStyleIdx="2" presStyleCnt="7"/>
      <dgm:spPr/>
    </dgm:pt>
    <dgm:pt modelId="{CD7C9EF1-98A1-47CF-99C6-B026A6C8D7F6}" type="pres">
      <dgm:prSet presAssocID="{566B6FB9-A1ED-4476-A30F-5B01C302DAB9}" presName="arrowWedge4" presStyleLbl="fgSibTrans2D1" presStyleIdx="3" presStyleCnt="7"/>
      <dgm:spPr/>
    </dgm:pt>
    <dgm:pt modelId="{C83313AA-CECF-42FE-B897-73982DDA8B8A}" type="pres">
      <dgm:prSet presAssocID="{EF11B3CE-3483-44CD-BED8-AFEB59B089F4}" presName="arrowWedge5" presStyleLbl="fgSibTrans2D1" presStyleIdx="4" presStyleCnt="7"/>
      <dgm:spPr/>
    </dgm:pt>
    <dgm:pt modelId="{DBCB4CCC-91E0-4C1D-92F4-2B38793A29E1}" type="pres">
      <dgm:prSet presAssocID="{30A5865E-B094-4D52-B054-C31C432AAC19}" presName="arrowWedge6" presStyleLbl="fgSibTrans2D1" presStyleIdx="5" presStyleCnt="7"/>
      <dgm:spPr/>
    </dgm:pt>
    <dgm:pt modelId="{1F5514B9-9ED5-4F69-A839-400471583249}" type="pres">
      <dgm:prSet presAssocID="{9A655E04-8691-48A5-9368-919F544AA570}" presName="arrowWedge7" presStyleLbl="fgSibTrans2D1" presStyleIdx="6" presStyleCnt="7"/>
      <dgm:spPr/>
    </dgm:pt>
  </dgm:ptLst>
  <dgm:cxnLst>
    <dgm:cxn modelId="{CD1C620D-5515-4FEA-989D-9B0BF3B2C818}" type="presOf" srcId="{8809794F-54F0-432D-A103-2DB715893D1F}" destId="{F4915A09-35EA-4506-985A-0BD9F66D3D4A}" srcOrd="1" destOrd="0" presId="urn:microsoft.com/office/officeart/2005/8/layout/cycle8"/>
    <dgm:cxn modelId="{BD137C12-893D-4249-9BFF-D9CDAF758592}" type="presOf" srcId="{EB5EAA14-BD35-41E8-A0D3-492656EC7F36}" destId="{00E0AFD0-3A84-4B8D-AC65-B562E7451336}" srcOrd="1" destOrd="0" presId="urn:microsoft.com/office/officeart/2005/8/layout/cycle8"/>
    <dgm:cxn modelId="{2FDD9E1E-8A04-4E68-B8FC-35D4CA061A27}" srcId="{E631BB63-1AB2-4F90-9E72-ABD0B1683EA8}" destId="{A3573945-04FC-4D0B-97FD-C02802717CDB}" srcOrd="6" destOrd="0" parTransId="{067B9505-E3AC-45C6-AF48-38D32A15C682}" sibTransId="{9A655E04-8691-48A5-9368-919F544AA570}"/>
    <dgm:cxn modelId="{D7D13F22-6174-4698-85E3-48A844785A94}" type="presOf" srcId="{2E78DF77-16F6-4680-95B2-E010677A928F}" destId="{BF23DF14-B111-48DA-A800-486B6728FD66}" srcOrd="1" destOrd="0" presId="urn:microsoft.com/office/officeart/2005/8/layout/cycle8"/>
    <dgm:cxn modelId="{C242C63D-9983-4884-B034-FD8DE3C0A361}" type="presOf" srcId="{E5790837-C334-472B-8467-87BC5F3F603E}" destId="{732307A1-E3E2-4A66-8A9D-F983BF30E104}" srcOrd="0" destOrd="0" presId="urn:microsoft.com/office/officeart/2005/8/layout/cycle8"/>
    <dgm:cxn modelId="{FF02743F-909F-410E-8478-98696C8F98B6}" type="presOf" srcId="{EB5EAA14-BD35-41E8-A0D3-492656EC7F36}" destId="{EAE9BB82-9704-4E12-82AB-3CAC19D5F2BD}" srcOrd="0" destOrd="0" presId="urn:microsoft.com/office/officeart/2005/8/layout/cycle8"/>
    <dgm:cxn modelId="{27DFC55D-7422-4CD7-8795-17E8534C9E9C}" type="presOf" srcId="{8809794F-54F0-432D-A103-2DB715893D1F}" destId="{94912DC9-655D-4B9A-A722-E92E37A5CFF1}" srcOrd="0" destOrd="0" presId="urn:microsoft.com/office/officeart/2005/8/layout/cycle8"/>
    <dgm:cxn modelId="{E2FE9060-B1B7-4393-B33D-870622BBD5C3}" srcId="{E631BB63-1AB2-4F90-9E72-ABD0B1683EA8}" destId="{2E78DF77-16F6-4680-95B2-E010677A928F}" srcOrd="0" destOrd="0" parTransId="{04EE1767-BE9A-4822-9C61-340AFB8356BC}" sibTransId="{2917FF3D-7E89-471D-9934-BEC3AE9C150D}"/>
    <dgm:cxn modelId="{6AE58B42-C834-46FA-ACCB-F189C5B65CFD}" type="presOf" srcId="{9D510541-94CD-4696-A34A-D23E817C9274}" destId="{124C2F93-6704-47B2-96D3-1F8F99545D63}" srcOrd="0" destOrd="0" presId="urn:microsoft.com/office/officeart/2005/8/layout/cycle8"/>
    <dgm:cxn modelId="{BC3E694A-2AD0-4559-8964-FAE7E2B052C4}" type="presOf" srcId="{2E78DF77-16F6-4680-95B2-E010677A928F}" destId="{0F64747A-3E2E-428D-BB6B-F39F3C985FEB}" srcOrd="0" destOrd="0" presId="urn:microsoft.com/office/officeart/2005/8/layout/cycle8"/>
    <dgm:cxn modelId="{13F2A54A-162A-4838-9762-D6439C52542D}" srcId="{E631BB63-1AB2-4F90-9E72-ABD0B1683EA8}" destId="{9D510541-94CD-4696-A34A-D23E817C9274}" srcOrd="1" destOrd="0" parTransId="{5F315110-7F2F-4016-BC01-2B25BED4872C}" sibTransId="{401C2DCD-DA7D-4F7E-A5E6-D7E630E97BB5}"/>
    <dgm:cxn modelId="{B5B7F558-2BFA-4FD9-9578-6697BC80381C}" type="presOf" srcId="{A3573945-04FC-4D0B-97FD-C02802717CDB}" destId="{141AAD4E-F3FF-460E-9F50-5B23A3FFD2A9}" srcOrd="0" destOrd="0" presId="urn:microsoft.com/office/officeart/2005/8/layout/cycle8"/>
    <dgm:cxn modelId="{8476B159-1945-46A4-A4EA-60705CFB75E0}" srcId="{E631BB63-1AB2-4F90-9E72-ABD0B1683EA8}" destId="{8809794F-54F0-432D-A103-2DB715893D1F}" srcOrd="4" destOrd="0" parTransId="{D4357835-DE76-43A3-9E9A-146E4D65973E}" sibTransId="{EF11B3CE-3483-44CD-BED8-AFEB59B089F4}"/>
    <dgm:cxn modelId="{B0F27B94-ED3B-4EC1-81B7-32D5C2464AD8}" srcId="{E631BB63-1AB2-4F90-9E72-ABD0B1683EA8}" destId="{EB5EAA14-BD35-41E8-A0D3-492656EC7F36}" srcOrd="3" destOrd="0" parTransId="{5C96A7CB-752D-46AB-BEFE-BB5D6F00D61E}" sibTransId="{566B6FB9-A1ED-4476-A30F-5B01C302DAB9}"/>
    <dgm:cxn modelId="{70B4AC9C-A9A6-4565-9C27-7FD6B7A1900B}" srcId="{E631BB63-1AB2-4F90-9E72-ABD0B1683EA8}" destId="{E5790837-C334-472B-8467-87BC5F3F603E}" srcOrd="2" destOrd="0" parTransId="{BA82AD28-D723-443D-83E2-30837998D531}" sibTransId="{CC31BC23-8492-41AD-9219-DA999DED0EB6}"/>
    <dgm:cxn modelId="{8889F99C-75BB-4F54-A107-A99387315C53}" type="presOf" srcId="{E5790837-C334-472B-8467-87BC5F3F603E}" destId="{6A905E66-681D-4367-BDCE-4EFC24CDEE94}" srcOrd="1" destOrd="0" presId="urn:microsoft.com/office/officeart/2005/8/layout/cycle8"/>
    <dgm:cxn modelId="{83CCA9CF-BD3E-4B55-AFD7-001F133FB04F}" srcId="{E631BB63-1AB2-4F90-9E72-ABD0B1683EA8}" destId="{DE1C4F47-D7DA-4218-B73F-FBA9B5B18D2D}" srcOrd="5" destOrd="0" parTransId="{094E7723-A9BB-4705-AF73-89B9C9211F0B}" sibTransId="{30A5865E-B094-4D52-B054-C31C432AAC19}"/>
    <dgm:cxn modelId="{3B9550D0-3533-4063-9DB4-2F0E9FBB66BC}" type="presOf" srcId="{A3573945-04FC-4D0B-97FD-C02802717CDB}" destId="{AB71F885-8805-40EA-B9C3-3998F520D208}" srcOrd="1" destOrd="0" presId="urn:microsoft.com/office/officeart/2005/8/layout/cycle8"/>
    <dgm:cxn modelId="{EF6F8BDC-2A37-429E-B468-BADF4661B4E8}" type="presOf" srcId="{E631BB63-1AB2-4F90-9E72-ABD0B1683EA8}" destId="{016655CA-D9B7-4296-9340-C357A25BCD50}" srcOrd="0" destOrd="0" presId="urn:microsoft.com/office/officeart/2005/8/layout/cycle8"/>
    <dgm:cxn modelId="{1E8BCBE7-C1CB-4E34-8F94-595D56DC3807}" type="presOf" srcId="{DE1C4F47-D7DA-4218-B73F-FBA9B5B18D2D}" destId="{C518E88A-3B0E-4ECA-BAF1-1F3E8F7F4C17}" srcOrd="0" destOrd="0" presId="urn:microsoft.com/office/officeart/2005/8/layout/cycle8"/>
    <dgm:cxn modelId="{1BB3B6EA-713A-4285-A8BE-26914E70F1CD}" type="presOf" srcId="{DE1C4F47-D7DA-4218-B73F-FBA9B5B18D2D}" destId="{28DADDA2-8E2C-4BCD-8024-E4A6C16DEF7D}" srcOrd="1" destOrd="0" presId="urn:microsoft.com/office/officeart/2005/8/layout/cycle8"/>
    <dgm:cxn modelId="{423DC4FA-C41A-4942-83B4-B209E15FD306}" type="presOf" srcId="{9D510541-94CD-4696-A34A-D23E817C9274}" destId="{D2D02D22-0771-459E-AF90-B2FBB16B0A11}" srcOrd="1" destOrd="0" presId="urn:microsoft.com/office/officeart/2005/8/layout/cycle8"/>
    <dgm:cxn modelId="{B0377ACF-7BC9-42F3-88E4-A66669243B0D}" type="presParOf" srcId="{016655CA-D9B7-4296-9340-C357A25BCD50}" destId="{0F64747A-3E2E-428D-BB6B-F39F3C985FEB}" srcOrd="0" destOrd="0" presId="urn:microsoft.com/office/officeart/2005/8/layout/cycle8"/>
    <dgm:cxn modelId="{93AB2BC0-7189-48B2-A3D9-E99D7FB9BBC8}" type="presParOf" srcId="{016655CA-D9B7-4296-9340-C357A25BCD50}" destId="{A9DEA37F-8F09-48BA-A363-23ED78709812}" srcOrd="1" destOrd="0" presId="urn:microsoft.com/office/officeart/2005/8/layout/cycle8"/>
    <dgm:cxn modelId="{2E590B30-6E68-44CA-9D7E-6E93F081725A}" type="presParOf" srcId="{016655CA-D9B7-4296-9340-C357A25BCD50}" destId="{4B3358C5-A87D-4B04-AB55-33954CAFA35D}" srcOrd="2" destOrd="0" presId="urn:microsoft.com/office/officeart/2005/8/layout/cycle8"/>
    <dgm:cxn modelId="{FAFAD1AE-26E3-4A7C-8C63-4EB5EA18022F}" type="presParOf" srcId="{016655CA-D9B7-4296-9340-C357A25BCD50}" destId="{BF23DF14-B111-48DA-A800-486B6728FD66}" srcOrd="3" destOrd="0" presId="urn:microsoft.com/office/officeart/2005/8/layout/cycle8"/>
    <dgm:cxn modelId="{1821E163-B2A6-4B0B-AA91-08CDEB96C145}" type="presParOf" srcId="{016655CA-D9B7-4296-9340-C357A25BCD50}" destId="{124C2F93-6704-47B2-96D3-1F8F99545D63}" srcOrd="4" destOrd="0" presId="urn:microsoft.com/office/officeart/2005/8/layout/cycle8"/>
    <dgm:cxn modelId="{23F37D20-56D0-48AE-825B-0BE753CA4435}" type="presParOf" srcId="{016655CA-D9B7-4296-9340-C357A25BCD50}" destId="{D139D7D5-F45D-4772-B951-9063C1498216}" srcOrd="5" destOrd="0" presId="urn:microsoft.com/office/officeart/2005/8/layout/cycle8"/>
    <dgm:cxn modelId="{068581FC-7252-4F1D-A36F-5289CA561A23}" type="presParOf" srcId="{016655CA-D9B7-4296-9340-C357A25BCD50}" destId="{01176798-8ED1-49F3-BAFE-F95A69546917}" srcOrd="6" destOrd="0" presId="urn:microsoft.com/office/officeart/2005/8/layout/cycle8"/>
    <dgm:cxn modelId="{F1FF38A2-DD3C-4D20-986C-DE972042C2E5}" type="presParOf" srcId="{016655CA-D9B7-4296-9340-C357A25BCD50}" destId="{D2D02D22-0771-459E-AF90-B2FBB16B0A11}" srcOrd="7" destOrd="0" presId="urn:microsoft.com/office/officeart/2005/8/layout/cycle8"/>
    <dgm:cxn modelId="{12CB730D-B0C9-417A-A0C3-9DB33DB17AA8}" type="presParOf" srcId="{016655CA-D9B7-4296-9340-C357A25BCD50}" destId="{732307A1-E3E2-4A66-8A9D-F983BF30E104}" srcOrd="8" destOrd="0" presId="urn:microsoft.com/office/officeart/2005/8/layout/cycle8"/>
    <dgm:cxn modelId="{24237608-CB44-4AD9-9596-F356740A1FE5}" type="presParOf" srcId="{016655CA-D9B7-4296-9340-C357A25BCD50}" destId="{B57A63F1-9059-40CB-BCAB-A18C3B1F6558}" srcOrd="9" destOrd="0" presId="urn:microsoft.com/office/officeart/2005/8/layout/cycle8"/>
    <dgm:cxn modelId="{40C5DE97-82F0-4585-ABEC-86E3FC9F508F}" type="presParOf" srcId="{016655CA-D9B7-4296-9340-C357A25BCD50}" destId="{F8375BE1-A0C3-439F-A362-B8C7FED9DA09}" srcOrd="10" destOrd="0" presId="urn:microsoft.com/office/officeart/2005/8/layout/cycle8"/>
    <dgm:cxn modelId="{1E3EE0D6-D971-4CBA-A291-DE2613EB1D85}" type="presParOf" srcId="{016655CA-D9B7-4296-9340-C357A25BCD50}" destId="{6A905E66-681D-4367-BDCE-4EFC24CDEE94}" srcOrd="11" destOrd="0" presId="urn:microsoft.com/office/officeart/2005/8/layout/cycle8"/>
    <dgm:cxn modelId="{A2068FAF-CEA2-41C1-9FC4-8454A63EE39F}" type="presParOf" srcId="{016655CA-D9B7-4296-9340-C357A25BCD50}" destId="{EAE9BB82-9704-4E12-82AB-3CAC19D5F2BD}" srcOrd="12" destOrd="0" presId="urn:microsoft.com/office/officeart/2005/8/layout/cycle8"/>
    <dgm:cxn modelId="{1927A808-7625-49CD-84BD-C0B7A8D45E04}" type="presParOf" srcId="{016655CA-D9B7-4296-9340-C357A25BCD50}" destId="{2037403C-ADD5-4256-9A38-8014CFE1473B}" srcOrd="13" destOrd="0" presId="urn:microsoft.com/office/officeart/2005/8/layout/cycle8"/>
    <dgm:cxn modelId="{38E30A8F-8A6F-4880-BAF6-C8D1E128966F}" type="presParOf" srcId="{016655CA-D9B7-4296-9340-C357A25BCD50}" destId="{AB0A19EB-B3BD-4014-97B7-740F1C58D962}" srcOrd="14" destOrd="0" presId="urn:microsoft.com/office/officeart/2005/8/layout/cycle8"/>
    <dgm:cxn modelId="{92FC20CC-9C40-4FB9-B38B-1C12A5C9F946}" type="presParOf" srcId="{016655CA-D9B7-4296-9340-C357A25BCD50}" destId="{00E0AFD0-3A84-4B8D-AC65-B562E7451336}" srcOrd="15" destOrd="0" presId="urn:microsoft.com/office/officeart/2005/8/layout/cycle8"/>
    <dgm:cxn modelId="{EE693A52-B0DD-44B3-A05E-62028FC62CFD}" type="presParOf" srcId="{016655CA-D9B7-4296-9340-C357A25BCD50}" destId="{94912DC9-655D-4B9A-A722-E92E37A5CFF1}" srcOrd="16" destOrd="0" presId="urn:microsoft.com/office/officeart/2005/8/layout/cycle8"/>
    <dgm:cxn modelId="{1EAB5EB9-33FE-4AC4-A469-999562652ED8}" type="presParOf" srcId="{016655CA-D9B7-4296-9340-C357A25BCD50}" destId="{1D401F1C-F3BC-4DDB-881E-6E77A270D76A}" srcOrd="17" destOrd="0" presId="urn:microsoft.com/office/officeart/2005/8/layout/cycle8"/>
    <dgm:cxn modelId="{7F8F3062-4EC9-4583-A228-E28DE9043B4D}" type="presParOf" srcId="{016655CA-D9B7-4296-9340-C357A25BCD50}" destId="{ABFF40A9-357C-4FCF-AE33-FEFE54D34E86}" srcOrd="18" destOrd="0" presId="urn:microsoft.com/office/officeart/2005/8/layout/cycle8"/>
    <dgm:cxn modelId="{FB6734F6-955D-4FB2-A06A-4C5EB22E0934}" type="presParOf" srcId="{016655CA-D9B7-4296-9340-C357A25BCD50}" destId="{F4915A09-35EA-4506-985A-0BD9F66D3D4A}" srcOrd="19" destOrd="0" presId="urn:microsoft.com/office/officeart/2005/8/layout/cycle8"/>
    <dgm:cxn modelId="{70AFD362-C518-4493-9323-98442D255601}" type="presParOf" srcId="{016655CA-D9B7-4296-9340-C357A25BCD50}" destId="{C518E88A-3B0E-4ECA-BAF1-1F3E8F7F4C17}" srcOrd="20" destOrd="0" presId="urn:microsoft.com/office/officeart/2005/8/layout/cycle8"/>
    <dgm:cxn modelId="{83ED8874-92FF-41EF-8BD2-87FDF16FEF14}" type="presParOf" srcId="{016655CA-D9B7-4296-9340-C357A25BCD50}" destId="{EEDDBE4C-D1AC-4AA0-AA18-C42390272936}" srcOrd="21" destOrd="0" presId="urn:microsoft.com/office/officeart/2005/8/layout/cycle8"/>
    <dgm:cxn modelId="{79681DC1-564F-411C-AA71-482A872E8883}" type="presParOf" srcId="{016655CA-D9B7-4296-9340-C357A25BCD50}" destId="{D44BB034-C5E8-43F6-AAEE-F33928792D9C}" srcOrd="22" destOrd="0" presId="urn:microsoft.com/office/officeart/2005/8/layout/cycle8"/>
    <dgm:cxn modelId="{308AF1D1-23C8-4EE3-B8E7-A7C59A82E729}" type="presParOf" srcId="{016655CA-D9B7-4296-9340-C357A25BCD50}" destId="{28DADDA2-8E2C-4BCD-8024-E4A6C16DEF7D}" srcOrd="23" destOrd="0" presId="urn:microsoft.com/office/officeart/2005/8/layout/cycle8"/>
    <dgm:cxn modelId="{626F6460-B00B-4200-80C6-10AA534ED788}" type="presParOf" srcId="{016655CA-D9B7-4296-9340-C357A25BCD50}" destId="{141AAD4E-F3FF-460E-9F50-5B23A3FFD2A9}" srcOrd="24" destOrd="0" presId="urn:microsoft.com/office/officeart/2005/8/layout/cycle8"/>
    <dgm:cxn modelId="{021566F3-6BFE-4753-A599-40D13C1EB1AA}" type="presParOf" srcId="{016655CA-D9B7-4296-9340-C357A25BCD50}" destId="{8DA410F7-8582-403F-AF87-F95ECDB38839}" srcOrd="25" destOrd="0" presId="urn:microsoft.com/office/officeart/2005/8/layout/cycle8"/>
    <dgm:cxn modelId="{C02E9AB3-E4ED-4F26-9EFD-D5A1BE3CB3F7}" type="presParOf" srcId="{016655CA-D9B7-4296-9340-C357A25BCD50}" destId="{FDB5081C-2146-44D6-980E-7E406DD4A090}" srcOrd="26" destOrd="0" presId="urn:microsoft.com/office/officeart/2005/8/layout/cycle8"/>
    <dgm:cxn modelId="{4AC20311-30AB-4150-894A-3A96B3FE999B}" type="presParOf" srcId="{016655CA-D9B7-4296-9340-C357A25BCD50}" destId="{AB71F885-8805-40EA-B9C3-3998F520D208}" srcOrd="27" destOrd="0" presId="urn:microsoft.com/office/officeart/2005/8/layout/cycle8"/>
    <dgm:cxn modelId="{09D7C1FC-4072-41FE-A176-7E4B03A1BDF5}" type="presParOf" srcId="{016655CA-D9B7-4296-9340-C357A25BCD50}" destId="{1773678E-4388-4129-94B3-558BCA864070}" srcOrd="28" destOrd="0" presId="urn:microsoft.com/office/officeart/2005/8/layout/cycle8"/>
    <dgm:cxn modelId="{51CBC7CC-A5B0-4C48-9897-7A683E7154CD}" type="presParOf" srcId="{016655CA-D9B7-4296-9340-C357A25BCD50}" destId="{D78059B5-4A0F-4C1A-8B26-B2FE74271316}" srcOrd="29" destOrd="0" presId="urn:microsoft.com/office/officeart/2005/8/layout/cycle8"/>
    <dgm:cxn modelId="{82276A2E-0566-4211-BE68-30237382F9CD}" type="presParOf" srcId="{016655CA-D9B7-4296-9340-C357A25BCD50}" destId="{ADE70DDF-771A-4E61-B0A9-2B0D248147E0}" srcOrd="30" destOrd="0" presId="urn:microsoft.com/office/officeart/2005/8/layout/cycle8"/>
    <dgm:cxn modelId="{9AE5909E-0811-4641-8851-6B928099BE4C}" type="presParOf" srcId="{016655CA-D9B7-4296-9340-C357A25BCD50}" destId="{CD7C9EF1-98A1-47CF-99C6-B026A6C8D7F6}" srcOrd="31" destOrd="0" presId="urn:microsoft.com/office/officeart/2005/8/layout/cycle8"/>
    <dgm:cxn modelId="{AB157827-B55F-45F0-837F-ED6F6B9754A7}" type="presParOf" srcId="{016655CA-D9B7-4296-9340-C357A25BCD50}" destId="{C83313AA-CECF-42FE-B897-73982DDA8B8A}" srcOrd="32" destOrd="0" presId="urn:microsoft.com/office/officeart/2005/8/layout/cycle8"/>
    <dgm:cxn modelId="{533DBEE6-83F8-453E-AEE3-A5CCBECDA891}" type="presParOf" srcId="{016655CA-D9B7-4296-9340-C357A25BCD50}" destId="{DBCB4CCC-91E0-4C1D-92F4-2B38793A29E1}" srcOrd="33" destOrd="0" presId="urn:microsoft.com/office/officeart/2005/8/layout/cycle8"/>
    <dgm:cxn modelId="{6B802078-8007-4BE7-9BFA-077BEF4C8CC4}" type="presParOf" srcId="{016655CA-D9B7-4296-9340-C357A25BCD50}" destId="{1F5514B9-9ED5-4F69-A839-400471583249}" srcOrd="3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C13613C-701F-43DD-94D9-5E79912797F7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C51DBBB-7192-40ED-B9C7-564A780E7A5E}">
      <dgm:prSet/>
      <dgm:spPr/>
      <dgm:t>
        <a:bodyPr/>
        <a:lstStyle/>
        <a:p>
          <a:r>
            <a:rPr lang="pt-BR" b="1"/>
            <a:t>Modelagem de Problemas</a:t>
          </a:r>
          <a:endParaRPr lang="en-US"/>
        </a:p>
      </dgm:t>
    </dgm:pt>
    <dgm:pt modelId="{CFD3956B-2892-46D3-8396-7B34917A0D1C}" type="parTrans" cxnId="{FE912F8B-7FE1-4677-A47F-52C8E29A8D29}">
      <dgm:prSet/>
      <dgm:spPr/>
      <dgm:t>
        <a:bodyPr/>
        <a:lstStyle/>
        <a:p>
          <a:endParaRPr lang="en-US"/>
        </a:p>
      </dgm:t>
    </dgm:pt>
    <dgm:pt modelId="{2D8C1FBC-A5EE-4683-97CB-36E7BF35D57F}" type="sibTrans" cxnId="{FE912F8B-7FE1-4677-A47F-52C8E29A8D29}">
      <dgm:prSet/>
      <dgm:spPr/>
      <dgm:t>
        <a:bodyPr/>
        <a:lstStyle/>
        <a:p>
          <a:endParaRPr lang="en-US"/>
        </a:p>
      </dgm:t>
    </dgm:pt>
    <dgm:pt modelId="{F68FB115-339E-4D96-BD06-4ED92F4C669F}">
      <dgm:prSet/>
      <dgm:spPr/>
      <dgm:t>
        <a:bodyPr/>
        <a:lstStyle/>
        <a:p>
          <a:r>
            <a:rPr lang="pt-BR" b="1"/>
            <a:t>O que é:</a:t>
          </a:r>
          <a:r>
            <a:rPr lang="pt-BR"/>
            <a:t> </a:t>
          </a:r>
          <a:endParaRPr lang="en-US"/>
        </a:p>
      </dgm:t>
    </dgm:pt>
    <dgm:pt modelId="{EA4C1A35-755D-4C82-B998-57BD38A32171}" type="parTrans" cxnId="{9AB8068B-ADB5-47D6-A211-C7B9875A0B82}">
      <dgm:prSet/>
      <dgm:spPr/>
      <dgm:t>
        <a:bodyPr/>
        <a:lstStyle/>
        <a:p>
          <a:endParaRPr lang="en-US"/>
        </a:p>
      </dgm:t>
    </dgm:pt>
    <dgm:pt modelId="{3EB2E5FC-1AC5-47AA-886F-0A7185691703}" type="sibTrans" cxnId="{9AB8068B-ADB5-47D6-A211-C7B9875A0B82}">
      <dgm:prSet/>
      <dgm:spPr/>
      <dgm:t>
        <a:bodyPr/>
        <a:lstStyle/>
        <a:p>
          <a:endParaRPr lang="en-US"/>
        </a:p>
      </dgm:t>
    </dgm:pt>
    <dgm:pt modelId="{0282FC2C-7FE2-4185-A825-E42F5B5D1517}">
      <dgm:prSet/>
      <dgm:spPr/>
      <dgm:t>
        <a:bodyPr/>
        <a:lstStyle/>
        <a:p>
          <a:r>
            <a:rPr lang="pt-BR"/>
            <a:t>A modelagem de problemas é o processo de traduzir um problema do mundo real em uma representação matemática.</a:t>
          </a:r>
          <a:endParaRPr lang="en-US"/>
        </a:p>
      </dgm:t>
    </dgm:pt>
    <dgm:pt modelId="{DC890605-4B3E-422E-A8CD-5E7C0750928A}" type="parTrans" cxnId="{BC7F951E-3275-481D-B16E-30CBCEF42158}">
      <dgm:prSet/>
      <dgm:spPr/>
      <dgm:t>
        <a:bodyPr/>
        <a:lstStyle/>
        <a:p>
          <a:endParaRPr lang="en-US"/>
        </a:p>
      </dgm:t>
    </dgm:pt>
    <dgm:pt modelId="{497ABC00-24F6-46AE-8C98-0DED711A5262}" type="sibTrans" cxnId="{BC7F951E-3275-481D-B16E-30CBCEF42158}">
      <dgm:prSet/>
      <dgm:spPr/>
      <dgm:t>
        <a:bodyPr/>
        <a:lstStyle/>
        <a:p>
          <a:endParaRPr lang="en-US"/>
        </a:p>
      </dgm:t>
    </dgm:pt>
    <dgm:pt modelId="{254BBC8C-F6AF-423B-91F0-4C8226D01F0E}">
      <dgm:prSet/>
      <dgm:spPr/>
      <dgm:t>
        <a:bodyPr/>
        <a:lstStyle/>
        <a:p>
          <a:r>
            <a:rPr lang="pt-BR"/>
            <a:t>Envolve a identificação dos elementos-chave do problema, como: </a:t>
          </a:r>
          <a:endParaRPr lang="en-US"/>
        </a:p>
      </dgm:t>
    </dgm:pt>
    <dgm:pt modelId="{61A12F1E-DE91-4344-9A54-42FA5C6DE72C}" type="parTrans" cxnId="{23BF0E31-A5EA-4788-88DE-0F0337855679}">
      <dgm:prSet/>
      <dgm:spPr/>
      <dgm:t>
        <a:bodyPr/>
        <a:lstStyle/>
        <a:p>
          <a:endParaRPr lang="en-US"/>
        </a:p>
      </dgm:t>
    </dgm:pt>
    <dgm:pt modelId="{AC140CB5-8867-4988-B003-E4AB8FB340F7}" type="sibTrans" cxnId="{23BF0E31-A5EA-4788-88DE-0F0337855679}">
      <dgm:prSet/>
      <dgm:spPr/>
      <dgm:t>
        <a:bodyPr/>
        <a:lstStyle/>
        <a:p>
          <a:endParaRPr lang="en-US"/>
        </a:p>
      </dgm:t>
    </dgm:pt>
    <dgm:pt modelId="{EBF5E6A5-BF0A-408E-B5D7-F31D1F45B76B}">
      <dgm:prSet/>
      <dgm:spPr/>
      <dgm:t>
        <a:bodyPr/>
        <a:lstStyle/>
        <a:p>
          <a:r>
            <a:rPr lang="pt-BR"/>
            <a:t>Variáveis de decisão: os fatores que podem ser controlados para encontrar a melhor solução.</a:t>
          </a:r>
          <a:endParaRPr lang="en-US"/>
        </a:p>
      </dgm:t>
    </dgm:pt>
    <dgm:pt modelId="{FA192C4B-2AF3-4994-B9B6-79475469A665}" type="parTrans" cxnId="{2F6F833A-D507-4391-B8A0-1349BC3D682E}">
      <dgm:prSet/>
      <dgm:spPr/>
      <dgm:t>
        <a:bodyPr/>
        <a:lstStyle/>
        <a:p>
          <a:endParaRPr lang="en-US"/>
        </a:p>
      </dgm:t>
    </dgm:pt>
    <dgm:pt modelId="{D6901D95-6E7E-4B97-B987-081A4E923520}" type="sibTrans" cxnId="{2F6F833A-D507-4391-B8A0-1349BC3D682E}">
      <dgm:prSet/>
      <dgm:spPr/>
      <dgm:t>
        <a:bodyPr/>
        <a:lstStyle/>
        <a:p>
          <a:endParaRPr lang="en-US"/>
        </a:p>
      </dgm:t>
    </dgm:pt>
    <dgm:pt modelId="{5A081D36-0B30-45E4-AACC-14799AEF7EB1}">
      <dgm:prSet/>
      <dgm:spPr/>
      <dgm:t>
        <a:bodyPr/>
        <a:lstStyle/>
        <a:p>
          <a:r>
            <a:rPr lang="pt-BR"/>
            <a:t>Função objetivo: o que se deseja otimizar (maximizar ou minimizar).</a:t>
          </a:r>
          <a:endParaRPr lang="en-US"/>
        </a:p>
      </dgm:t>
    </dgm:pt>
    <dgm:pt modelId="{39EC3CDA-6F8E-4438-89E6-093B8BE91A7E}" type="parTrans" cxnId="{375673F6-F852-471B-B0D6-02980C8A05FB}">
      <dgm:prSet/>
      <dgm:spPr/>
      <dgm:t>
        <a:bodyPr/>
        <a:lstStyle/>
        <a:p>
          <a:endParaRPr lang="en-US"/>
        </a:p>
      </dgm:t>
    </dgm:pt>
    <dgm:pt modelId="{5E5D671C-E3A1-48EF-9AC7-1E818B12C234}" type="sibTrans" cxnId="{375673F6-F852-471B-B0D6-02980C8A05FB}">
      <dgm:prSet/>
      <dgm:spPr/>
      <dgm:t>
        <a:bodyPr/>
        <a:lstStyle/>
        <a:p>
          <a:endParaRPr lang="en-US"/>
        </a:p>
      </dgm:t>
    </dgm:pt>
    <dgm:pt modelId="{BE4F8408-B6A5-4BEB-83A3-C9D27E069733}">
      <dgm:prSet/>
      <dgm:spPr/>
      <dgm:t>
        <a:bodyPr/>
        <a:lstStyle/>
        <a:p>
          <a:r>
            <a:rPr lang="pt-BR"/>
            <a:t>Restrições: as limitações ou condições que devem ser satisfeitas.</a:t>
          </a:r>
          <a:endParaRPr lang="en-US"/>
        </a:p>
      </dgm:t>
    </dgm:pt>
    <dgm:pt modelId="{08D78299-D7DF-4465-BD20-A9485C269AAC}" type="parTrans" cxnId="{4A2B8051-2EEE-4186-BFEF-8C0C5C32CC58}">
      <dgm:prSet/>
      <dgm:spPr/>
      <dgm:t>
        <a:bodyPr/>
        <a:lstStyle/>
        <a:p>
          <a:endParaRPr lang="en-US"/>
        </a:p>
      </dgm:t>
    </dgm:pt>
    <dgm:pt modelId="{174C28D2-7147-49DC-8496-2856A9795470}" type="sibTrans" cxnId="{4A2B8051-2EEE-4186-BFEF-8C0C5C32CC58}">
      <dgm:prSet/>
      <dgm:spPr/>
      <dgm:t>
        <a:bodyPr/>
        <a:lstStyle/>
        <a:p>
          <a:endParaRPr lang="en-US"/>
        </a:p>
      </dgm:t>
    </dgm:pt>
    <dgm:pt modelId="{24FECB90-F867-4C3F-BD11-EEA3B4868ACE}" type="pres">
      <dgm:prSet presAssocID="{EC13613C-701F-43DD-94D9-5E79912797F7}" presName="linear" presStyleCnt="0">
        <dgm:presLayoutVars>
          <dgm:dir/>
          <dgm:animLvl val="lvl"/>
          <dgm:resizeHandles val="exact"/>
        </dgm:presLayoutVars>
      </dgm:prSet>
      <dgm:spPr/>
    </dgm:pt>
    <dgm:pt modelId="{6F87F1F9-D62D-49F8-9F46-7995D94A0EE3}" type="pres">
      <dgm:prSet presAssocID="{EC51DBBB-7192-40ED-B9C7-564A780E7A5E}" presName="parentLin" presStyleCnt="0"/>
      <dgm:spPr/>
    </dgm:pt>
    <dgm:pt modelId="{0A368108-CDE3-44B8-B461-A99D72B28054}" type="pres">
      <dgm:prSet presAssocID="{EC51DBBB-7192-40ED-B9C7-564A780E7A5E}" presName="parentLeftMargin" presStyleLbl="node1" presStyleIdx="0" presStyleCnt="2"/>
      <dgm:spPr/>
    </dgm:pt>
    <dgm:pt modelId="{EB761057-4F0C-4B41-BC44-09DA553C5847}" type="pres">
      <dgm:prSet presAssocID="{EC51DBBB-7192-40ED-B9C7-564A780E7A5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F66F241-9643-4CC8-AD4D-F6D1BAD4284A}" type="pres">
      <dgm:prSet presAssocID="{EC51DBBB-7192-40ED-B9C7-564A780E7A5E}" presName="negativeSpace" presStyleCnt="0"/>
      <dgm:spPr/>
    </dgm:pt>
    <dgm:pt modelId="{CDBBBC75-811D-4C9B-B4A4-AC265CA55790}" type="pres">
      <dgm:prSet presAssocID="{EC51DBBB-7192-40ED-B9C7-564A780E7A5E}" presName="childText" presStyleLbl="conFgAcc1" presStyleIdx="0" presStyleCnt="2">
        <dgm:presLayoutVars>
          <dgm:bulletEnabled val="1"/>
        </dgm:presLayoutVars>
      </dgm:prSet>
      <dgm:spPr/>
    </dgm:pt>
    <dgm:pt modelId="{254571B4-8D0A-42A6-A3A4-2C055C0E4D8B}" type="pres">
      <dgm:prSet presAssocID="{2D8C1FBC-A5EE-4683-97CB-36E7BF35D57F}" presName="spaceBetweenRectangles" presStyleCnt="0"/>
      <dgm:spPr/>
    </dgm:pt>
    <dgm:pt modelId="{F6C681C9-0571-4238-B708-A6598ABB736A}" type="pres">
      <dgm:prSet presAssocID="{F68FB115-339E-4D96-BD06-4ED92F4C669F}" presName="parentLin" presStyleCnt="0"/>
      <dgm:spPr/>
    </dgm:pt>
    <dgm:pt modelId="{EC3AEBB5-DBAF-4094-9374-D1EBB2441FDF}" type="pres">
      <dgm:prSet presAssocID="{F68FB115-339E-4D96-BD06-4ED92F4C669F}" presName="parentLeftMargin" presStyleLbl="node1" presStyleIdx="0" presStyleCnt="2"/>
      <dgm:spPr/>
    </dgm:pt>
    <dgm:pt modelId="{DAC1E36D-7BCB-4ADD-8C49-CFB318B1D4B0}" type="pres">
      <dgm:prSet presAssocID="{F68FB115-339E-4D96-BD06-4ED92F4C669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F5D73D8-1C2D-4058-BF78-54534DD25176}" type="pres">
      <dgm:prSet presAssocID="{F68FB115-339E-4D96-BD06-4ED92F4C669F}" presName="negativeSpace" presStyleCnt="0"/>
      <dgm:spPr/>
    </dgm:pt>
    <dgm:pt modelId="{B3F23A7C-99F9-4360-B3E3-512F8E2BB586}" type="pres">
      <dgm:prSet presAssocID="{F68FB115-339E-4D96-BD06-4ED92F4C669F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BC7F951E-3275-481D-B16E-30CBCEF42158}" srcId="{F68FB115-339E-4D96-BD06-4ED92F4C669F}" destId="{0282FC2C-7FE2-4185-A825-E42F5B5D1517}" srcOrd="0" destOrd="0" parTransId="{DC890605-4B3E-422E-A8CD-5E7C0750928A}" sibTransId="{497ABC00-24F6-46AE-8C98-0DED711A5262}"/>
    <dgm:cxn modelId="{23BF0E31-A5EA-4788-88DE-0F0337855679}" srcId="{F68FB115-339E-4D96-BD06-4ED92F4C669F}" destId="{254BBC8C-F6AF-423B-91F0-4C8226D01F0E}" srcOrd="1" destOrd="0" parTransId="{61A12F1E-DE91-4344-9A54-42FA5C6DE72C}" sibTransId="{AC140CB5-8867-4988-B003-E4AB8FB340F7}"/>
    <dgm:cxn modelId="{2F6F833A-D507-4391-B8A0-1349BC3D682E}" srcId="{254BBC8C-F6AF-423B-91F0-4C8226D01F0E}" destId="{EBF5E6A5-BF0A-408E-B5D7-F31D1F45B76B}" srcOrd="0" destOrd="0" parTransId="{FA192C4B-2AF3-4994-B9B6-79475469A665}" sibTransId="{D6901D95-6E7E-4B97-B987-081A4E923520}"/>
    <dgm:cxn modelId="{2FF8183D-E15B-41C6-A871-B7AFBC44D26B}" type="presOf" srcId="{254BBC8C-F6AF-423B-91F0-4C8226D01F0E}" destId="{B3F23A7C-99F9-4360-B3E3-512F8E2BB586}" srcOrd="0" destOrd="1" presId="urn:microsoft.com/office/officeart/2005/8/layout/list1"/>
    <dgm:cxn modelId="{9D13A361-9BFC-4295-B77F-9D9F27B710C0}" type="presOf" srcId="{EBF5E6A5-BF0A-408E-B5D7-F31D1F45B76B}" destId="{B3F23A7C-99F9-4360-B3E3-512F8E2BB586}" srcOrd="0" destOrd="2" presId="urn:microsoft.com/office/officeart/2005/8/layout/list1"/>
    <dgm:cxn modelId="{9E3D486C-33EE-48D4-808A-69C3FCD308FB}" type="presOf" srcId="{EC51DBBB-7192-40ED-B9C7-564A780E7A5E}" destId="{EB761057-4F0C-4B41-BC44-09DA553C5847}" srcOrd="1" destOrd="0" presId="urn:microsoft.com/office/officeart/2005/8/layout/list1"/>
    <dgm:cxn modelId="{21A3896C-06AD-43F2-AD1A-617DFBEB6253}" type="presOf" srcId="{EC13613C-701F-43DD-94D9-5E79912797F7}" destId="{24FECB90-F867-4C3F-BD11-EEA3B4868ACE}" srcOrd="0" destOrd="0" presId="urn:microsoft.com/office/officeart/2005/8/layout/list1"/>
    <dgm:cxn modelId="{4A2B8051-2EEE-4186-BFEF-8C0C5C32CC58}" srcId="{254BBC8C-F6AF-423B-91F0-4C8226D01F0E}" destId="{BE4F8408-B6A5-4BEB-83A3-C9D27E069733}" srcOrd="2" destOrd="0" parTransId="{08D78299-D7DF-4465-BD20-A9485C269AAC}" sibTransId="{174C28D2-7147-49DC-8496-2856A9795470}"/>
    <dgm:cxn modelId="{457C0072-7229-4090-920C-58C87D0C6465}" type="presOf" srcId="{0282FC2C-7FE2-4185-A825-E42F5B5D1517}" destId="{B3F23A7C-99F9-4360-B3E3-512F8E2BB586}" srcOrd="0" destOrd="0" presId="urn:microsoft.com/office/officeart/2005/8/layout/list1"/>
    <dgm:cxn modelId="{9AB8068B-ADB5-47D6-A211-C7B9875A0B82}" srcId="{EC13613C-701F-43DD-94D9-5E79912797F7}" destId="{F68FB115-339E-4D96-BD06-4ED92F4C669F}" srcOrd="1" destOrd="0" parTransId="{EA4C1A35-755D-4C82-B998-57BD38A32171}" sibTransId="{3EB2E5FC-1AC5-47AA-886F-0A7185691703}"/>
    <dgm:cxn modelId="{FE912F8B-7FE1-4677-A47F-52C8E29A8D29}" srcId="{EC13613C-701F-43DD-94D9-5E79912797F7}" destId="{EC51DBBB-7192-40ED-B9C7-564A780E7A5E}" srcOrd="0" destOrd="0" parTransId="{CFD3956B-2892-46D3-8396-7B34917A0D1C}" sibTransId="{2D8C1FBC-A5EE-4683-97CB-36E7BF35D57F}"/>
    <dgm:cxn modelId="{51702FAB-2C25-488B-B0A2-30A9B82482B4}" type="presOf" srcId="{EC51DBBB-7192-40ED-B9C7-564A780E7A5E}" destId="{0A368108-CDE3-44B8-B461-A99D72B28054}" srcOrd="0" destOrd="0" presId="urn:microsoft.com/office/officeart/2005/8/layout/list1"/>
    <dgm:cxn modelId="{964C3AB9-543F-458B-BF41-881E1C3EFAF0}" type="presOf" srcId="{F68FB115-339E-4D96-BD06-4ED92F4C669F}" destId="{DAC1E36D-7BCB-4ADD-8C49-CFB318B1D4B0}" srcOrd="1" destOrd="0" presId="urn:microsoft.com/office/officeart/2005/8/layout/list1"/>
    <dgm:cxn modelId="{22EE20DB-536C-45C2-ABA2-42EB49E8083D}" type="presOf" srcId="{5A081D36-0B30-45E4-AACC-14799AEF7EB1}" destId="{B3F23A7C-99F9-4360-B3E3-512F8E2BB586}" srcOrd="0" destOrd="3" presId="urn:microsoft.com/office/officeart/2005/8/layout/list1"/>
    <dgm:cxn modelId="{B8569DE5-DEA8-4FDF-A990-065EDFF4B422}" type="presOf" srcId="{F68FB115-339E-4D96-BD06-4ED92F4C669F}" destId="{EC3AEBB5-DBAF-4094-9374-D1EBB2441FDF}" srcOrd="0" destOrd="0" presId="urn:microsoft.com/office/officeart/2005/8/layout/list1"/>
    <dgm:cxn modelId="{910E94F0-9B0D-42D2-9EE4-41975F62A5DC}" type="presOf" srcId="{BE4F8408-B6A5-4BEB-83A3-C9D27E069733}" destId="{B3F23A7C-99F9-4360-B3E3-512F8E2BB586}" srcOrd="0" destOrd="4" presId="urn:microsoft.com/office/officeart/2005/8/layout/list1"/>
    <dgm:cxn modelId="{375673F6-F852-471B-B0D6-02980C8A05FB}" srcId="{254BBC8C-F6AF-423B-91F0-4C8226D01F0E}" destId="{5A081D36-0B30-45E4-AACC-14799AEF7EB1}" srcOrd="1" destOrd="0" parTransId="{39EC3CDA-6F8E-4438-89E6-093B8BE91A7E}" sibTransId="{5E5D671C-E3A1-48EF-9AC7-1E818B12C234}"/>
    <dgm:cxn modelId="{9C7438D0-5B7D-4957-AA25-AD35CDD4A11C}" type="presParOf" srcId="{24FECB90-F867-4C3F-BD11-EEA3B4868ACE}" destId="{6F87F1F9-D62D-49F8-9F46-7995D94A0EE3}" srcOrd="0" destOrd="0" presId="urn:microsoft.com/office/officeart/2005/8/layout/list1"/>
    <dgm:cxn modelId="{1E828699-E0CC-48E8-8EB0-99B1521A5875}" type="presParOf" srcId="{6F87F1F9-D62D-49F8-9F46-7995D94A0EE3}" destId="{0A368108-CDE3-44B8-B461-A99D72B28054}" srcOrd="0" destOrd="0" presId="urn:microsoft.com/office/officeart/2005/8/layout/list1"/>
    <dgm:cxn modelId="{F0A1405B-CC88-4D6D-9D87-3FF892986E5B}" type="presParOf" srcId="{6F87F1F9-D62D-49F8-9F46-7995D94A0EE3}" destId="{EB761057-4F0C-4B41-BC44-09DA553C5847}" srcOrd="1" destOrd="0" presId="urn:microsoft.com/office/officeart/2005/8/layout/list1"/>
    <dgm:cxn modelId="{267EF960-E490-4BAF-B649-B2B3693B98B3}" type="presParOf" srcId="{24FECB90-F867-4C3F-BD11-EEA3B4868ACE}" destId="{3F66F241-9643-4CC8-AD4D-F6D1BAD4284A}" srcOrd="1" destOrd="0" presId="urn:microsoft.com/office/officeart/2005/8/layout/list1"/>
    <dgm:cxn modelId="{875CC600-6C2D-459E-A24C-482FB40C5922}" type="presParOf" srcId="{24FECB90-F867-4C3F-BD11-EEA3B4868ACE}" destId="{CDBBBC75-811D-4C9B-B4A4-AC265CA55790}" srcOrd="2" destOrd="0" presId="urn:microsoft.com/office/officeart/2005/8/layout/list1"/>
    <dgm:cxn modelId="{6EF2CA5E-4C3B-4F6D-8B85-378F480E4C74}" type="presParOf" srcId="{24FECB90-F867-4C3F-BD11-EEA3B4868ACE}" destId="{254571B4-8D0A-42A6-A3A4-2C055C0E4D8B}" srcOrd="3" destOrd="0" presId="urn:microsoft.com/office/officeart/2005/8/layout/list1"/>
    <dgm:cxn modelId="{2DAA9FB6-C2FB-4F0D-8FBF-0CC9AE92E588}" type="presParOf" srcId="{24FECB90-F867-4C3F-BD11-EEA3B4868ACE}" destId="{F6C681C9-0571-4238-B708-A6598ABB736A}" srcOrd="4" destOrd="0" presId="urn:microsoft.com/office/officeart/2005/8/layout/list1"/>
    <dgm:cxn modelId="{799EED9B-0C71-43F0-A307-F5D0050CCFF2}" type="presParOf" srcId="{F6C681C9-0571-4238-B708-A6598ABB736A}" destId="{EC3AEBB5-DBAF-4094-9374-D1EBB2441FDF}" srcOrd="0" destOrd="0" presId="urn:microsoft.com/office/officeart/2005/8/layout/list1"/>
    <dgm:cxn modelId="{D16872EF-7AB7-4483-857C-12DE1104EB4B}" type="presParOf" srcId="{F6C681C9-0571-4238-B708-A6598ABB736A}" destId="{DAC1E36D-7BCB-4ADD-8C49-CFB318B1D4B0}" srcOrd="1" destOrd="0" presId="urn:microsoft.com/office/officeart/2005/8/layout/list1"/>
    <dgm:cxn modelId="{C4A6B893-5044-4FA6-A47F-4E77F415A545}" type="presParOf" srcId="{24FECB90-F867-4C3F-BD11-EEA3B4868ACE}" destId="{9F5D73D8-1C2D-4058-BF78-54534DD25176}" srcOrd="5" destOrd="0" presId="urn:microsoft.com/office/officeart/2005/8/layout/list1"/>
    <dgm:cxn modelId="{3DDB6F4A-7F83-4107-B722-215B1332382C}" type="presParOf" srcId="{24FECB90-F867-4C3F-BD11-EEA3B4868ACE}" destId="{B3F23A7C-99F9-4360-B3E3-512F8E2BB586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E964E52-6D21-4FA0-BD29-A0828FDBEE63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E35D4FF-3E86-4613-BF61-FB65CFF50278}">
      <dgm:prSet/>
      <dgm:spPr/>
      <dgm:t>
        <a:bodyPr/>
        <a:lstStyle/>
        <a:p>
          <a:r>
            <a:rPr lang="pt-BR" b="1"/>
            <a:t>Programação Linear (PL)</a:t>
          </a:r>
          <a:endParaRPr lang="en-US"/>
        </a:p>
      </dgm:t>
    </dgm:pt>
    <dgm:pt modelId="{F1A516C2-A7AC-4B25-950B-08AB5633F728}" type="parTrans" cxnId="{4FF31492-3D03-49BD-B05D-9F5360193CD9}">
      <dgm:prSet/>
      <dgm:spPr/>
      <dgm:t>
        <a:bodyPr/>
        <a:lstStyle/>
        <a:p>
          <a:endParaRPr lang="en-US"/>
        </a:p>
      </dgm:t>
    </dgm:pt>
    <dgm:pt modelId="{F5CFA684-C9F1-42A6-A84A-550EAC99D9F9}" type="sibTrans" cxnId="{4FF31492-3D03-49BD-B05D-9F5360193CD9}">
      <dgm:prSet/>
      <dgm:spPr/>
      <dgm:t>
        <a:bodyPr/>
        <a:lstStyle/>
        <a:p>
          <a:endParaRPr lang="en-US"/>
        </a:p>
      </dgm:t>
    </dgm:pt>
    <dgm:pt modelId="{7CF9BE1F-DC81-479B-8356-CA7E9D857E7E}">
      <dgm:prSet/>
      <dgm:spPr/>
      <dgm:t>
        <a:bodyPr/>
        <a:lstStyle/>
        <a:p>
          <a:r>
            <a:rPr lang="pt-BR" b="1"/>
            <a:t>O que é:</a:t>
          </a:r>
          <a:r>
            <a:rPr lang="pt-BR"/>
            <a:t> </a:t>
          </a:r>
          <a:endParaRPr lang="en-US"/>
        </a:p>
      </dgm:t>
    </dgm:pt>
    <dgm:pt modelId="{2E96343D-2BCF-44FB-852B-73A6DF64E794}" type="parTrans" cxnId="{522CBB80-9F8E-4355-9CCF-7DC40B547479}">
      <dgm:prSet/>
      <dgm:spPr/>
      <dgm:t>
        <a:bodyPr/>
        <a:lstStyle/>
        <a:p>
          <a:endParaRPr lang="en-US"/>
        </a:p>
      </dgm:t>
    </dgm:pt>
    <dgm:pt modelId="{1D787317-E052-4448-AFC4-ACC8A2066EA7}" type="sibTrans" cxnId="{522CBB80-9F8E-4355-9CCF-7DC40B547479}">
      <dgm:prSet/>
      <dgm:spPr/>
      <dgm:t>
        <a:bodyPr/>
        <a:lstStyle/>
        <a:p>
          <a:endParaRPr lang="en-US"/>
        </a:p>
      </dgm:t>
    </dgm:pt>
    <dgm:pt modelId="{AF251512-EB22-4A91-A2D7-4CE039241E62}">
      <dgm:prSet/>
      <dgm:spPr/>
      <dgm:t>
        <a:bodyPr/>
        <a:lstStyle/>
        <a:p>
          <a:r>
            <a:rPr lang="pt-BR"/>
            <a:t>A programação linear é uma técnica de otimização que se aplica a problemas onde: </a:t>
          </a:r>
          <a:endParaRPr lang="en-US"/>
        </a:p>
      </dgm:t>
    </dgm:pt>
    <dgm:pt modelId="{7DB77B15-81A6-4261-A16F-EBF63866E841}" type="parTrans" cxnId="{7BF5948A-6C69-47E4-B7B3-7916CD98DE55}">
      <dgm:prSet/>
      <dgm:spPr/>
      <dgm:t>
        <a:bodyPr/>
        <a:lstStyle/>
        <a:p>
          <a:endParaRPr lang="en-US"/>
        </a:p>
      </dgm:t>
    </dgm:pt>
    <dgm:pt modelId="{A59D28E4-501B-4EF0-8100-F295D067B7F3}" type="sibTrans" cxnId="{7BF5948A-6C69-47E4-B7B3-7916CD98DE55}">
      <dgm:prSet/>
      <dgm:spPr/>
      <dgm:t>
        <a:bodyPr/>
        <a:lstStyle/>
        <a:p>
          <a:endParaRPr lang="en-US"/>
        </a:p>
      </dgm:t>
    </dgm:pt>
    <dgm:pt modelId="{47476D64-A013-412A-92E4-CF25EA32C88F}">
      <dgm:prSet/>
      <dgm:spPr/>
      <dgm:t>
        <a:bodyPr/>
        <a:lstStyle/>
        <a:p>
          <a:r>
            <a:rPr lang="pt-BR"/>
            <a:t>A função objetivo é linear (as variáveis de decisão aparecem com expoente 1).</a:t>
          </a:r>
          <a:endParaRPr lang="en-US"/>
        </a:p>
      </dgm:t>
    </dgm:pt>
    <dgm:pt modelId="{37520DC7-3EB5-40DA-A8FD-EC40B5316D1C}" type="parTrans" cxnId="{B57CF2B8-A3F6-4F06-88FE-AE36A76223D0}">
      <dgm:prSet/>
      <dgm:spPr/>
      <dgm:t>
        <a:bodyPr/>
        <a:lstStyle/>
        <a:p>
          <a:endParaRPr lang="en-US"/>
        </a:p>
      </dgm:t>
    </dgm:pt>
    <dgm:pt modelId="{B4C88923-6B06-453F-9BE2-AB0A7956BEBD}" type="sibTrans" cxnId="{B57CF2B8-A3F6-4F06-88FE-AE36A76223D0}">
      <dgm:prSet/>
      <dgm:spPr/>
      <dgm:t>
        <a:bodyPr/>
        <a:lstStyle/>
        <a:p>
          <a:endParaRPr lang="en-US"/>
        </a:p>
      </dgm:t>
    </dgm:pt>
    <dgm:pt modelId="{7F2622BE-9E17-4A4F-B43C-E0E1A0D27551}">
      <dgm:prSet/>
      <dgm:spPr/>
      <dgm:t>
        <a:bodyPr/>
        <a:lstStyle/>
        <a:p>
          <a:r>
            <a:rPr lang="pt-BR"/>
            <a:t>As restrições são lineares (desigualdades ou igualdades).</a:t>
          </a:r>
          <a:endParaRPr lang="en-US"/>
        </a:p>
      </dgm:t>
    </dgm:pt>
    <dgm:pt modelId="{BFA44D99-AF94-409C-AC0A-A9F79DA10628}" type="parTrans" cxnId="{2A76340E-8783-4A73-B515-C4CC3766A5BF}">
      <dgm:prSet/>
      <dgm:spPr/>
      <dgm:t>
        <a:bodyPr/>
        <a:lstStyle/>
        <a:p>
          <a:endParaRPr lang="en-US"/>
        </a:p>
      </dgm:t>
    </dgm:pt>
    <dgm:pt modelId="{518B730B-81FC-4397-830D-0D386080B0F6}" type="sibTrans" cxnId="{2A76340E-8783-4A73-B515-C4CC3766A5BF}">
      <dgm:prSet/>
      <dgm:spPr/>
      <dgm:t>
        <a:bodyPr/>
        <a:lstStyle/>
        <a:p>
          <a:endParaRPr lang="en-US"/>
        </a:p>
      </dgm:t>
    </dgm:pt>
    <dgm:pt modelId="{91889E40-3937-4FCF-80CD-0F8725156553}">
      <dgm:prSet/>
      <dgm:spPr/>
      <dgm:t>
        <a:bodyPr/>
        <a:lstStyle/>
        <a:p>
          <a:r>
            <a:rPr lang="pt-BR"/>
            <a:t>O objetivo da PL é encontrar os valores das variáveis de decisão que otimizam a função objetivo, respeitando as restrições.</a:t>
          </a:r>
          <a:endParaRPr lang="en-US"/>
        </a:p>
      </dgm:t>
    </dgm:pt>
    <dgm:pt modelId="{6201DA6E-DF40-40CB-B9F4-A58B253E2D3D}" type="parTrans" cxnId="{243510B6-9CE6-441D-B6BE-C5EF48E31DB6}">
      <dgm:prSet/>
      <dgm:spPr/>
      <dgm:t>
        <a:bodyPr/>
        <a:lstStyle/>
        <a:p>
          <a:endParaRPr lang="en-US"/>
        </a:p>
      </dgm:t>
    </dgm:pt>
    <dgm:pt modelId="{3ED1C546-9346-4880-8236-7F28D3F53D6A}" type="sibTrans" cxnId="{243510B6-9CE6-441D-B6BE-C5EF48E31DB6}">
      <dgm:prSet/>
      <dgm:spPr/>
      <dgm:t>
        <a:bodyPr/>
        <a:lstStyle/>
        <a:p>
          <a:endParaRPr lang="en-US"/>
        </a:p>
      </dgm:t>
    </dgm:pt>
    <dgm:pt modelId="{D8261052-3980-4965-BFEC-D6CE38CF5416}" type="pres">
      <dgm:prSet presAssocID="{2E964E52-6D21-4FA0-BD29-A0828FDBEE63}" presName="linear" presStyleCnt="0">
        <dgm:presLayoutVars>
          <dgm:dir/>
          <dgm:animLvl val="lvl"/>
          <dgm:resizeHandles val="exact"/>
        </dgm:presLayoutVars>
      </dgm:prSet>
      <dgm:spPr/>
    </dgm:pt>
    <dgm:pt modelId="{0783B023-027B-4B26-899B-CB9E4C1DFDC4}" type="pres">
      <dgm:prSet presAssocID="{5E35D4FF-3E86-4613-BF61-FB65CFF50278}" presName="parentLin" presStyleCnt="0"/>
      <dgm:spPr/>
    </dgm:pt>
    <dgm:pt modelId="{AB1C156E-925F-4EA6-8244-2F597988419A}" type="pres">
      <dgm:prSet presAssocID="{5E35D4FF-3E86-4613-BF61-FB65CFF50278}" presName="parentLeftMargin" presStyleLbl="node1" presStyleIdx="0" presStyleCnt="2"/>
      <dgm:spPr/>
    </dgm:pt>
    <dgm:pt modelId="{1DB44876-617A-4625-B1EB-9070DA3284BF}" type="pres">
      <dgm:prSet presAssocID="{5E35D4FF-3E86-4613-BF61-FB65CFF5027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906A74D-6A94-40E6-A8D1-2E4904157B37}" type="pres">
      <dgm:prSet presAssocID="{5E35D4FF-3E86-4613-BF61-FB65CFF50278}" presName="negativeSpace" presStyleCnt="0"/>
      <dgm:spPr/>
    </dgm:pt>
    <dgm:pt modelId="{0290DCD9-14C9-4AFB-90EB-5C7CF7B570C8}" type="pres">
      <dgm:prSet presAssocID="{5E35D4FF-3E86-4613-BF61-FB65CFF50278}" presName="childText" presStyleLbl="conFgAcc1" presStyleIdx="0" presStyleCnt="2">
        <dgm:presLayoutVars>
          <dgm:bulletEnabled val="1"/>
        </dgm:presLayoutVars>
      </dgm:prSet>
      <dgm:spPr/>
    </dgm:pt>
    <dgm:pt modelId="{74CFECF6-3066-4ABC-A190-27A67C8DDA35}" type="pres">
      <dgm:prSet presAssocID="{F5CFA684-C9F1-42A6-A84A-550EAC99D9F9}" presName="spaceBetweenRectangles" presStyleCnt="0"/>
      <dgm:spPr/>
    </dgm:pt>
    <dgm:pt modelId="{940589AB-EBE3-4156-8D0B-BF0B4788BC57}" type="pres">
      <dgm:prSet presAssocID="{7CF9BE1F-DC81-479B-8356-CA7E9D857E7E}" presName="parentLin" presStyleCnt="0"/>
      <dgm:spPr/>
    </dgm:pt>
    <dgm:pt modelId="{F37872E2-928E-4E47-8F2E-9E6CE235FE20}" type="pres">
      <dgm:prSet presAssocID="{7CF9BE1F-DC81-479B-8356-CA7E9D857E7E}" presName="parentLeftMargin" presStyleLbl="node1" presStyleIdx="0" presStyleCnt="2"/>
      <dgm:spPr/>
    </dgm:pt>
    <dgm:pt modelId="{D9E21541-9651-4BDB-BE80-719416AB9187}" type="pres">
      <dgm:prSet presAssocID="{7CF9BE1F-DC81-479B-8356-CA7E9D857E7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E4612C2-F3F2-4630-8292-472FA9B46586}" type="pres">
      <dgm:prSet presAssocID="{7CF9BE1F-DC81-479B-8356-CA7E9D857E7E}" presName="negativeSpace" presStyleCnt="0"/>
      <dgm:spPr/>
    </dgm:pt>
    <dgm:pt modelId="{53398128-34EF-42B3-8A16-BB7F2E5569B8}" type="pres">
      <dgm:prSet presAssocID="{7CF9BE1F-DC81-479B-8356-CA7E9D857E7E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2A76340E-8783-4A73-B515-C4CC3766A5BF}" srcId="{AF251512-EB22-4A91-A2D7-4CE039241E62}" destId="{7F2622BE-9E17-4A4F-B43C-E0E1A0D27551}" srcOrd="1" destOrd="0" parTransId="{BFA44D99-AF94-409C-AC0A-A9F79DA10628}" sibTransId="{518B730B-81FC-4397-830D-0D386080B0F6}"/>
    <dgm:cxn modelId="{53BA9C19-2E59-4A80-92DB-1C69C4CF324D}" type="presOf" srcId="{5E35D4FF-3E86-4613-BF61-FB65CFF50278}" destId="{AB1C156E-925F-4EA6-8244-2F597988419A}" srcOrd="0" destOrd="0" presId="urn:microsoft.com/office/officeart/2005/8/layout/list1"/>
    <dgm:cxn modelId="{7F27D86D-420A-451B-BF20-6402A1B87985}" type="presOf" srcId="{2E964E52-6D21-4FA0-BD29-A0828FDBEE63}" destId="{D8261052-3980-4965-BFEC-D6CE38CF5416}" srcOrd="0" destOrd="0" presId="urn:microsoft.com/office/officeart/2005/8/layout/list1"/>
    <dgm:cxn modelId="{22DD946E-6E31-4558-94E7-56BC9BC625FB}" type="presOf" srcId="{7F2622BE-9E17-4A4F-B43C-E0E1A0D27551}" destId="{53398128-34EF-42B3-8A16-BB7F2E5569B8}" srcOrd="0" destOrd="2" presId="urn:microsoft.com/office/officeart/2005/8/layout/list1"/>
    <dgm:cxn modelId="{428DBE55-F6E6-49F6-BD84-629B2B9DA357}" type="presOf" srcId="{5E35D4FF-3E86-4613-BF61-FB65CFF50278}" destId="{1DB44876-617A-4625-B1EB-9070DA3284BF}" srcOrd="1" destOrd="0" presId="urn:microsoft.com/office/officeart/2005/8/layout/list1"/>
    <dgm:cxn modelId="{15214176-B0F6-45D5-B3BF-969CC5C4436D}" type="presOf" srcId="{7CF9BE1F-DC81-479B-8356-CA7E9D857E7E}" destId="{F37872E2-928E-4E47-8F2E-9E6CE235FE20}" srcOrd="0" destOrd="0" presId="urn:microsoft.com/office/officeart/2005/8/layout/list1"/>
    <dgm:cxn modelId="{522CBB80-9F8E-4355-9CCF-7DC40B547479}" srcId="{2E964E52-6D21-4FA0-BD29-A0828FDBEE63}" destId="{7CF9BE1F-DC81-479B-8356-CA7E9D857E7E}" srcOrd="1" destOrd="0" parTransId="{2E96343D-2BCF-44FB-852B-73A6DF64E794}" sibTransId="{1D787317-E052-4448-AFC4-ACC8A2066EA7}"/>
    <dgm:cxn modelId="{7BF5948A-6C69-47E4-B7B3-7916CD98DE55}" srcId="{7CF9BE1F-DC81-479B-8356-CA7E9D857E7E}" destId="{AF251512-EB22-4A91-A2D7-4CE039241E62}" srcOrd="0" destOrd="0" parTransId="{7DB77B15-81A6-4261-A16F-EBF63866E841}" sibTransId="{A59D28E4-501B-4EF0-8100-F295D067B7F3}"/>
    <dgm:cxn modelId="{D3BEED90-C7E8-4832-B68B-6A7785F78E93}" type="presOf" srcId="{91889E40-3937-4FCF-80CD-0F8725156553}" destId="{53398128-34EF-42B3-8A16-BB7F2E5569B8}" srcOrd="0" destOrd="3" presId="urn:microsoft.com/office/officeart/2005/8/layout/list1"/>
    <dgm:cxn modelId="{4FF31492-3D03-49BD-B05D-9F5360193CD9}" srcId="{2E964E52-6D21-4FA0-BD29-A0828FDBEE63}" destId="{5E35D4FF-3E86-4613-BF61-FB65CFF50278}" srcOrd="0" destOrd="0" parTransId="{F1A516C2-A7AC-4B25-950B-08AB5633F728}" sibTransId="{F5CFA684-C9F1-42A6-A84A-550EAC99D9F9}"/>
    <dgm:cxn modelId="{243510B6-9CE6-441D-B6BE-C5EF48E31DB6}" srcId="{7CF9BE1F-DC81-479B-8356-CA7E9D857E7E}" destId="{91889E40-3937-4FCF-80CD-0F8725156553}" srcOrd="1" destOrd="0" parTransId="{6201DA6E-DF40-40CB-B9F4-A58B253E2D3D}" sibTransId="{3ED1C546-9346-4880-8236-7F28D3F53D6A}"/>
    <dgm:cxn modelId="{B57CF2B8-A3F6-4F06-88FE-AE36A76223D0}" srcId="{AF251512-EB22-4A91-A2D7-4CE039241E62}" destId="{47476D64-A013-412A-92E4-CF25EA32C88F}" srcOrd="0" destOrd="0" parTransId="{37520DC7-3EB5-40DA-A8FD-EC40B5316D1C}" sibTransId="{B4C88923-6B06-453F-9BE2-AB0A7956BEBD}"/>
    <dgm:cxn modelId="{734E50C8-F12B-4686-B70D-A61F14E54CE2}" type="presOf" srcId="{47476D64-A013-412A-92E4-CF25EA32C88F}" destId="{53398128-34EF-42B3-8A16-BB7F2E5569B8}" srcOrd="0" destOrd="1" presId="urn:microsoft.com/office/officeart/2005/8/layout/list1"/>
    <dgm:cxn modelId="{8830A0E0-7924-4D48-860B-7F869DBAA2D5}" type="presOf" srcId="{AF251512-EB22-4A91-A2D7-4CE039241E62}" destId="{53398128-34EF-42B3-8A16-BB7F2E5569B8}" srcOrd="0" destOrd="0" presId="urn:microsoft.com/office/officeart/2005/8/layout/list1"/>
    <dgm:cxn modelId="{E82ABBF7-A05A-4A24-8B9A-6D6E43BE7929}" type="presOf" srcId="{7CF9BE1F-DC81-479B-8356-CA7E9D857E7E}" destId="{D9E21541-9651-4BDB-BE80-719416AB9187}" srcOrd="1" destOrd="0" presId="urn:microsoft.com/office/officeart/2005/8/layout/list1"/>
    <dgm:cxn modelId="{FE88891C-8D5D-4C2D-AE23-A92FC36CDB21}" type="presParOf" srcId="{D8261052-3980-4965-BFEC-D6CE38CF5416}" destId="{0783B023-027B-4B26-899B-CB9E4C1DFDC4}" srcOrd="0" destOrd="0" presId="urn:microsoft.com/office/officeart/2005/8/layout/list1"/>
    <dgm:cxn modelId="{A4D50F4B-C9A3-4865-BF7F-8598CEA9523C}" type="presParOf" srcId="{0783B023-027B-4B26-899B-CB9E4C1DFDC4}" destId="{AB1C156E-925F-4EA6-8244-2F597988419A}" srcOrd="0" destOrd="0" presId="urn:microsoft.com/office/officeart/2005/8/layout/list1"/>
    <dgm:cxn modelId="{1A21E837-83E4-44D5-B136-DF1C587AC401}" type="presParOf" srcId="{0783B023-027B-4B26-899B-CB9E4C1DFDC4}" destId="{1DB44876-617A-4625-B1EB-9070DA3284BF}" srcOrd="1" destOrd="0" presId="urn:microsoft.com/office/officeart/2005/8/layout/list1"/>
    <dgm:cxn modelId="{DDEBA730-223C-4F20-8C1A-657976597198}" type="presParOf" srcId="{D8261052-3980-4965-BFEC-D6CE38CF5416}" destId="{8906A74D-6A94-40E6-A8D1-2E4904157B37}" srcOrd="1" destOrd="0" presId="urn:microsoft.com/office/officeart/2005/8/layout/list1"/>
    <dgm:cxn modelId="{54C42A8E-C95E-40B9-8F1A-952570555624}" type="presParOf" srcId="{D8261052-3980-4965-BFEC-D6CE38CF5416}" destId="{0290DCD9-14C9-4AFB-90EB-5C7CF7B570C8}" srcOrd="2" destOrd="0" presId="urn:microsoft.com/office/officeart/2005/8/layout/list1"/>
    <dgm:cxn modelId="{570E80B0-4504-45BE-AB5A-8E38FD701C57}" type="presParOf" srcId="{D8261052-3980-4965-BFEC-D6CE38CF5416}" destId="{74CFECF6-3066-4ABC-A190-27A67C8DDA35}" srcOrd="3" destOrd="0" presId="urn:microsoft.com/office/officeart/2005/8/layout/list1"/>
    <dgm:cxn modelId="{4ACF33FC-5CF1-458E-9AA8-84300D8F7757}" type="presParOf" srcId="{D8261052-3980-4965-BFEC-D6CE38CF5416}" destId="{940589AB-EBE3-4156-8D0B-BF0B4788BC57}" srcOrd="4" destOrd="0" presId="urn:microsoft.com/office/officeart/2005/8/layout/list1"/>
    <dgm:cxn modelId="{8D92EAFE-6382-44EC-86D3-0A342E3FF0FB}" type="presParOf" srcId="{940589AB-EBE3-4156-8D0B-BF0B4788BC57}" destId="{F37872E2-928E-4E47-8F2E-9E6CE235FE20}" srcOrd="0" destOrd="0" presId="urn:microsoft.com/office/officeart/2005/8/layout/list1"/>
    <dgm:cxn modelId="{8E41B414-E8D8-4CA4-867B-9EEC428F88A3}" type="presParOf" srcId="{940589AB-EBE3-4156-8D0B-BF0B4788BC57}" destId="{D9E21541-9651-4BDB-BE80-719416AB9187}" srcOrd="1" destOrd="0" presId="urn:microsoft.com/office/officeart/2005/8/layout/list1"/>
    <dgm:cxn modelId="{613D9988-4BA1-4870-AF75-6457C237A7FB}" type="presParOf" srcId="{D8261052-3980-4965-BFEC-D6CE38CF5416}" destId="{4E4612C2-F3F2-4630-8292-472FA9B46586}" srcOrd="5" destOrd="0" presId="urn:microsoft.com/office/officeart/2005/8/layout/list1"/>
    <dgm:cxn modelId="{65DD6DBD-92DE-4098-9898-69B955183321}" type="presParOf" srcId="{D8261052-3980-4965-BFEC-D6CE38CF5416}" destId="{53398128-34EF-42B3-8A16-BB7F2E5569B8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E166DC3-16AE-4345-9B6F-FB9DCE3261D5}" type="doc">
      <dgm:prSet loTypeId="urn:microsoft.com/office/officeart/2005/8/layout/matrix2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C9D8B0C-5BF5-4194-92ED-BED0E6283D6B}">
      <dgm:prSet/>
      <dgm:spPr/>
      <dgm:t>
        <a:bodyPr/>
        <a:lstStyle/>
        <a:p>
          <a:r>
            <a:rPr lang="pt-BR" b="1"/>
            <a:t>O que é o Método SIMPLEX?</a:t>
          </a:r>
          <a:endParaRPr lang="en-US"/>
        </a:p>
      </dgm:t>
    </dgm:pt>
    <dgm:pt modelId="{4FEA12AE-0451-4162-AB59-3F8DA5E7F306}" type="parTrans" cxnId="{D58A6BA2-D4FB-457F-963E-75CEEC4A7E9A}">
      <dgm:prSet/>
      <dgm:spPr/>
      <dgm:t>
        <a:bodyPr/>
        <a:lstStyle/>
        <a:p>
          <a:endParaRPr lang="en-US"/>
        </a:p>
      </dgm:t>
    </dgm:pt>
    <dgm:pt modelId="{DF282E1C-7E8B-496B-A98D-3891FEDD7D4E}" type="sibTrans" cxnId="{D58A6BA2-D4FB-457F-963E-75CEEC4A7E9A}">
      <dgm:prSet/>
      <dgm:spPr/>
      <dgm:t>
        <a:bodyPr/>
        <a:lstStyle/>
        <a:p>
          <a:endParaRPr lang="en-US"/>
        </a:p>
      </dgm:t>
    </dgm:pt>
    <dgm:pt modelId="{C38420C7-B3CB-42DD-80BB-0D59FEB1BF35}">
      <dgm:prSet/>
      <dgm:spPr/>
      <dgm:t>
        <a:bodyPr/>
        <a:lstStyle/>
        <a:p>
          <a:r>
            <a:rPr lang="pt-BR"/>
            <a:t>O Método SIMPLEX é um algoritmo iterativo que busca a solução ótima para problemas de PL.</a:t>
          </a:r>
          <a:endParaRPr lang="en-US"/>
        </a:p>
      </dgm:t>
    </dgm:pt>
    <dgm:pt modelId="{14A5051E-852D-4EE9-BEBF-EE37EF275E0C}" type="parTrans" cxnId="{BEF11DD8-05D3-4E73-B380-0794FECB926D}">
      <dgm:prSet/>
      <dgm:spPr/>
      <dgm:t>
        <a:bodyPr/>
        <a:lstStyle/>
        <a:p>
          <a:endParaRPr lang="en-US"/>
        </a:p>
      </dgm:t>
    </dgm:pt>
    <dgm:pt modelId="{7AC9A94B-64A4-4939-A49B-4A3B54100FD8}" type="sibTrans" cxnId="{BEF11DD8-05D3-4E73-B380-0794FECB926D}">
      <dgm:prSet/>
      <dgm:spPr/>
      <dgm:t>
        <a:bodyPr/>
        <a:lstStyle/>
        <a:p>
          <a:endParaRPr lang="en-US"/>
        </a:p>
      </dgm:t>
    </dgm:pt>
    <dgm:pt modelId="{A318735E-C02F-477F-9720-14C5F69CB0A5}">
      <dgm:prSet/>
      <dgm:spPr/>
      <dgm:t>
        <a:bodyPr/>
        <a:lstStyle/>
        <a:p>
          <a:r>
            <a:rPr lang="pt-BR"/>
            <a:t>Ele funciona explorando os vértices da região viável (o conjunto de soluções que satisfazem as restrições do problema) até encontrar o vértice que otimiza a função objetivo.</a:t>
          </a:r>
          <a:endParaRPr lang="en-US"/>
        </a:p>
      </dgm:t>
    </dgm:pt>
    <dgm:pt modelId="{EA04E364-14F1-4258-B65F-8D0EA3C7DBC2}" type="parTrans" cxnId="{E1D7B0CE-D90D-42EA-BF72-53A641490EE3}">
      <dgm:prSet/>
      <dgm:spPr/>
      <dgm:t>
        <a:bodyPr/>
        <a:lstStyle/>
        <a:p>
          <a:endParaRPr lang="en-US"/>
        </a:p>
      </dgm:t>
    </dgm:pt>
    <dgm:pt modelId="{4EE44A21-4B7F-451F-A53E-2984010D77A3}" type="sibTrans" cxnId="{E1D7B0CE-D90D-42EA-BF72-53A641490EE3}">
      <dgm:prSet/>
      <dgm:spPr/>
      <dgm:t>
        <a:bodyPr/>
        <a:lstStyle/>
        <a:p>
          <a:endParaRPr lang="en-US"/>
        </a:p>
      </dgm:t>
    </dgm:pt>
    <dgm:pt modelId="{EA58A60A-057A-4FCE-A0A0-1053AC56F36B}">
      <dgm:prSet/>
      <dgm:spPr/>
      <dgm:t>
        <a:bodyPr/>
        <a:lstStyle/>
        <a:p>
          <a:r>
            <a:rPr lang="pt-BR"/>
            <a:t>Desenvolvido por George Dantzig em 1947, o SIMPLEX é um dos algoritmos mais importantes e amplamente utilizados em otimização.</a:t>
          </a:r>
          <a:endParaRPr lang="en-US"/>
        </a:p>
      </dgm:t>
    </dgm:pt>
    <dgm:pt modelId="{CB2B64F9-A20C-4A57-9ADD-32F441AE5302}" type="parTrans" cxnId="{475513FD-BB8A-43B1-A425-9917E30CCF03}">
      <dgm:prSet/>
      <dgm:spPr/>
      <dgm:t>
        <a:bodyPr/>
        <a:lstStyle/>
        <a:p>
          <a:endParaRPr lang="en-US"/>
        </a:p>
      </dgm:t>
    </dgm:pt>
    <dgm:pt modelId="{0C5F4592-34AC-419F-BF53-E761708A865B}" type="sibTrans" cxnId="{475513FD-BB8A-43B1-A425-9917E30CCF03}">
      <dgm:prSet/>
      <dgm:spPr/>
      <dgm:t>
        <a:bodyPr/>
        <a:lstStyle/>
        <a:p>
          <a:endParaRPr lang="en-US"/>
        </a:p>
      </dgm:t>
    </dgm:pt>
    <dgm:pt modelId="{7FB704A8-AA02-4398-882D-DC998D5CA92B}" type="pres">
      <dgm:prSet presAssocID="{BE166DC3-16AE-4345-9B6F-FB9DCE3261D5}" presName="matrix" presStyleCnt="0">
        <dgm:presLayoutVars>
          <dgm:chMax val="1"/>
          <dgm:dir/>
          <dgm:resizeHandles val="exact"/>
        </dgm:presLayoutVars>
      </dgm:prSet>
      <dgm:spPr/>
    </dgm:pt>
    <dgm:pt modelId="{5661F431-89F3-4312-BBEF-1C312AB3695A}" type="pres">
      <dgm:prSet presAssocID="{BE166DC3-16AE-4345-9B6F-FB9DCE3261D5}" presName="axisShape" presStyleLbl="bgShp" presStyleIdx="0" presStyleCnt="1"/>
      <dgm:spPr/>
    </dgm:pt>
    <dgm:pt modelId="{F8935C86-FD4E-479E-A36F-195B43D8EEAA}" type="pres">
      <dgm:prSet presAssocID="{BE166DC3-16AE-4345-9B6F-FB9DCE3261D5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7BCABFC-BCBF-4A64-8F53-AFA57A620D2D}" type="pres">
      <dgm:prSet presAssocID="{BE166DC3-16AE-4345-9B6F-FB9DCE3261D5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BDB259C-E8AF-4B93-99E2-CA963DD63474}" type="pres">
      <dgm:prSet presAssocID="{BE166DC3-16AE-4345-9B6F-FB9DCE3261D5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3F89155-1082-4AFF-8996-B2547ADB63FD}" type="pres">
      <dgm:prSet presAssocID="{BE166DC3-16AE-4345-9B6F-FB9DCE3261D5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C28E65F-86D4-45DF-9379-950868E58A42}" type="presOf" srcId="{A318735E-C02F-477F-9720-14C5F69CB0A5}" destId="{EBDB259C-E8AF-4B93-99E2-CA963DD63474}" srcOrd="0" destOrd="0" presId="urn:microsoft.com/office/officeart/2005/8/layout/matrix2"/>
    <dgm:cxn modelId="{852FF04F-E5A6-4EB4-BEFF-91CE4F6751DF}" type="presOf" srcId="{C38420C7-B3CB-42DD-80BB-0D59FEB1BF35}" destId="{A7BCABFC-BCBF-4A64-8F53-AFA57A620D2D}" srcOrd="0" destOrd="0" presId="urn:microsoft.com/office/officeart/2005/8/layout/matrix2"/>
    <dgm:cxn modelId="{14BEDC94-0FF1-406B-92DE-86D244809C74}" type="presOf" srcId="{BE166DC3-16AE-4345-9B6F-FB9DCE3261D5}" destId="{7FB704A8-AA02-4398-882D-DC998D5CA92B}" srcOrd="0" destOrd="0" presId="urn:microsoft.com/office/officeart/2005/8/layout/matrix2"/>
    <dgm:cxn modelId="{D58A6BA2-D4FB-457F-963E-75CEEC4A7E9A}" srcId="{BE166DC3-16AE-4345-9B6F-FB9DCE3261D5}" destId="{1C9D8B0C-5BF5-4194-92ED-BED0E6283D6B}" srcOrd="0" destOrd="0" parTransId="{4FEA12AE-0451-4162-AB59-3F8DA5E7F306}" sibTransId="{DF282E1C-7E8B-496B-A98D-3891FEDD7D4E}"/>
    <dgm:cxn modelId="{B08307B5-A9D8-4C94-ACAE-8900490C6127}" type="presOf" srcId="{EA58A60A-057A-4FCE-A0A0-1053AC56F36B}" destId="{13F89155-1082-4AFF-8996-B2547ADB63FD}" srcOrd="0" destOrd="0" presId="urn:microsoft.com/office/officeart/2005/8/layout/matrix2"/>
    <dgm:cxn modelId="{BF0253BD-08B4-488D-8F98-1C0D23AB6726}" type="presOf" srcId="{1C9D8B0C-5BF5-4194-92ED-BED0E6283D6B}" destId="{F8935C86-FD4E-479E-A36F-195B43D8EEAA}" srcOrd="0" destOrd="0" presId="urn:microsoft.com/office/officeart/2005/8/layout/matrix2"/>
    <dgm:cxn modelId="{E1D7B0CE-D90D-42EA-BF72-53A641490EE3}" srcId="{BE166DC3-16AE-4345-9B6F-FB9DCE3261D5}" destId="{A318735E-C02F-477F-9720-14C5F69CB0A5}" srcOrd="2" destOrd="0" parTransId="{EA04E364-14F1-4258-B65F-8D0EA3C7DBC2}" sibTransId="{4EE44A21-4B7F-451F-A53E-2984010D77A3}"/>
    <dgm:cxn modelId="{BEF11DD8-05D3-4E73-B380-0794FECB926D}" srcId="{BE166DC3-16AE-4345-9B6F-FB9DCE3261D5}" destId="{C38420C7-B3CB-42DD-80BB-0D59FEB1BF35}" srcOrd="1" destOrd="0" parTransId="{14A5051E-852D-4EE9-BEBF-EE37EF275E0C}" sibTransId="{7AC9A94B-64A4-4939-A49B-4A3B54100FD8}"/>
    <dgm:cxn modelId="{475513FD-BB8A-43B1-A425-9917E30CCF03}" srcId="{BE166DC3-16AE-4345-9B6F-FB9DCE3261D5}" destId="{EA58A60A-057A-4FCE-A0A0-1053AC56F36B}" srcOrd="3" destOrd="0" parTransId="{CB2B64F9-A20C-4A57-9ADD-32F441AE5302}" sibTransId="{0C5F4592-34AC-419F-BF53-E761708A865B}"/>
    <dgm:cxn modelId="{87CFA42C-CC21-4DE2-BEDB-BC4C7A9659E7}" type="presParOf" srcId="{7FB704A8-AA02-4398-882D-DC998D5CA92B}" destId="{5661F431-89F3-4312-BBEF-1C312AB3695A}" srcOrd="0" destOrd="0" presId="urn:microsoft.com/office/officeart/2005/8/layout/matrix2"/>
    <dgm:cxn modelId="{1436B628-74D8-4240-A26A-362AC73F7678}" type="presParOf" srcId="{7FB704A8-AA02-4398-882D-DC998D5CA92B}" destId="{F8935C86-FD4E-479E-A36F-195B43D8EEAA}" srcOrd="1" destOrd="0" presId="urn:microsoft.com/office/officeart/2005/8/layout/matrix2"/>
    <dgm:cxn modelId="{3EDBCE0F-35FE-4595-94E5-D182FA718DB3}" type="presParOf" srcId="{7FB704A8-AA02-4398-882D-DC998D5CA92B}" destId="{A7BCABFC-BCBF-4A64-8F53-AFA57A620D2D}" srcOrd="2" destOrd="0" presId="urn:microsoft.com/office/officeart/2005/8/layout/matrix2"/>
    <dgm:cxn modelId="{B12C5543-EAC2-4E5A-9341-852365ACB47C}" type="presParOf" srcId="{7FB704A8-AA02-4398-882D-DC998D5CA92B}" destId="{EBDB259C-E8AF-4B93-99E2-CA963DD63474}" srcOrd="3" destOrd="0" presId="urn:microsoft.com/office/officeart/2005/8/layout/matrix2"/>
    <dgm:cxn modelId="{E1AE1DA2-B771-49D2-AF15-396F78CC1760}" type="presParOf" srcId="{7FB704A8-AA02-4398-882D-DC998D5CA92B}" destId="{13F89155-1082-4AFF-8996-B2547ADB63FD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07524B8-D24A-4ECE-9D08-38CEDD09853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771FF4D-1BEC-4015-86E3-8066B8131259}">
      <dgm:prSet/>
      <dgm:spPr/>
      <dgm:t>
        <a:bodyPr/>
        <a:lstStyle/>
        <a:p>
          <a:r>
            <a:rPr lang="pt-BR"/>
            <a:t>1. Problema do Caixeiro Viajante (PCV):</a:t>
          </a:r>
          <a:endParaRPr lang="en-US"/>
        </a:p>
      </dgm:t>
    </dgm:pt>
    <dgm:pt modelId="{5EC8D23D-6EBA-499A-B8D5-6D208F71DB62}" type="parTrans" cxnId="{059798F4-B300-41EB-9A7C-D787DEB796BB}">
      <dgm:prSet/>
      <dgm:spPr/>
      <dgm:t>
        <a:bodyPr/>
        <a:lstStyle/>
        <a:p>
          <a:endParaRPr lang="en-US"/>
        </a:p>
      </dgm:t>
    </dgm:pt>
    <dgm:pt modelId="{D60C991E-C21B-481C-8F39-A4F5EBE35DB0}" type="sibTrans" cxnId="{059798F4-B300-41EB-9A7C-D787DEB796BB}">
      <dgm:prSet/>
      <dgm:spPr/>
      <dgm:t>
        <a:bodyPr/>
        <a:lstStyle/>
        <a:p>
          <a:endParaRPr lang="en-US"/>
        </a:p>
      </dgm:t>
    </dgm:pt>
    <dgm:pt modelId="{4F87C451-2DC5-448A-9F38-06A3A6DC85E0}">
      <dgm:prSet/>
      <dgm:spPr/>
      <dgm:t>
        <a:bodyPr/>
        <a:lstStyle/>
        <a:p>
          <a:r>
            <a:rPr lang="pt-BR"/>
            <a:t>2. Problema da Mochila:</a:t>
          </a:r>
          <a:endParaRPr lang="en-US"/>
        </a:p>
      </dgm:t>
    </dgm:pt>
    <dgm:pt modelId="{41A2E4CA-6113-4BE9-AA6F-3D0A18736A6B}" type="parTrans" cxnId="{F834CE0E-3C37-4C28-ADBA-0218F38378FF}">
      <dgm:prSet/>
      <dgm:spPr/>
      <dgm:t>
        <a:bodyPr/>
        <a:lstStyle/>
        <a:p>
          <a:endParaRPr lang="en-US"/>
        </a:p>
      </dgm:t>
    </dgm:pt>
    <dgm:pt modelId="{A7BD2E09-E57D-4EA4-918F-8AE82103EB34}" type="sibTrans" cxnId="{F834CE0E-3C37-4C28-ADBA-0218F38378FF}">
      <dgm:prSet/>
      <dgm:spPr/>
      <dgm:t>
        <a:bodyPr/>
        <a:lstStyle/>
        <a:p>
          <a:endParaRPr lang="en-US"/>
        </a:p>
      </dgm:t>
    </dgm:pt>
    <dgm:pt modelId="{140E7E09-DAFE-4931-88A8-3DD091225D47}">
      <dgm:prSet/>
      <dgm:spPr/>
      <dgm:t>
        <a:bodyPr/>
        <a:lstStyle/>
        <a:p>
          <a:r>
            <a:rPr lang="pt-BR"/>
            <a:t>3. Problema de Coloração de Grafos:</a:t>
          </a:r>
          <a:endParaRPr lang="en-US"/>
        </a:p>
      </dgm:t>
    </dgm:pt>
    <dgm:pt modelId="{FCDB0205-DEC7-4E9A-B904-8917555FE9BC}" type="parTrans" cxnId="{84E93E32-B54D-4E5C-98E7-22FFD787902E}">
      <dgm:prSet/>
      <dgm:spPr/>
      <dgm:t>
        <a:bodyPr/>
        <a:lstStyle/>
        <a:p>
          <a:endParaRPr lang="en-US"/>
        </a:p>
      </dgm:t>
    </dgm:pt>
    <dgm:pt modelId="{AD788743-8027-4761-9439-4E3EE3E166AE}" type="sibTrans" cxnId="{84E93E32-B54D-4E5C-98E7-22FFD787902E}">
      <dgm:prSet/>
      <dgm:spPr/>
      <dgm:t>
        <a:bodyPr/>
        <a:lstStyle/>
        <a:p>
          <a:endParaRPr lang="en-US"/>
        </a:p>
      </dgm:t>
    </dgm:pt>
    <dgm:pt modelId="{CA765BD7-5B48-454E-A6F1-490A6C5E627E}">
      <dgm:prSet/>
      <dgm:spPr/>
      <dgm:t>
        <a:bodyPr/>
        <a:lstStyle/>
        <a:p>
          <a:r>
            <a:rPr lang="pt-BR"/>
            <a:t>4. Problema de Roteamento de Veículos (PRV):</a:t>
          </a:r>
          <a:endParaRPr lang="en-US"/>
        </a:p>
      </dgm:t>
    </dgm:pt>
    <dgm:pt modelId="{34D9082B-7E90-48EB-9EA9-EE7F9455D0C9}" type="parTrans" cxnId="{1FFBDED6-6661-4B94-9783-2A83DEBCFF87}">
      <dgm:prSet/>
      <dgm:spPr/>
      <dgm:t>
        <a:bodyPr/>
        <a:lstStyle/>
        <a:p>
          <a:endParaRPr lang="en-US"/>
        </a:p>
      </dgm:t>
    </dgm:pt>
    <dgm:pt modelId="{451395B4-3AEB-4BCC-8F82-F3004B209DD2}" type="sibTrans" cxnId="{1FFBDED6-6661-4B94-9783-2A83DEBCFF87}">
      <dgm:prSet/>
      <dgm:spPr/>
      <dgm:t>
        <a:bodyPr/>
        <a:lstStyle/>
        <a:p>
          <a:endParaRPr lang="en-US"/>
        </a:p>
      </dgm:t>
    </dgm:pt>
    <dgm:pt modelId="{834F3EF1-3649-4161-9A02-31428D5C9E65}">
      <dgm:prSet/>
      <dgm:spPr/>
      <dgm:t>
        <a:bodyPr/>
        <a:lstStyle/>
        <a:p>
          <a:r>
            <a:rPr lang="pt-BR"/>
            <a:t>5. Problema de Alocação de Recursos:</a:t>
          </a:r>
          <a:endParaRPr lang="en-US"/>
        </a:p>
      </dgm:t>
    </dgm:pt>
    <dgm:pt modelId="{BC075FE5-97AB-4254-80C8-C83D9C9FA52E}" type="parTrans" cxnId="{A772320A-B512-445D-968C-75D1F1F63953}">
      <dgm:prSet/>
      <dgm:spPr/>
      <dgm:t>
        <a:bodyPr/>
        <a:lstStyle/>
        <a:p>
          <a:endParaRPr lang="en-US"/>
        </a:p>
      </dgm:t>
    </dgm:pt>
    <dgm:pt modelId="{FFF67A69-3443-46F9-8D60-0FAC388D7E51}" type="sibTrans" cxnId="{A772320A-B512-445D-968C-75D1F1F63953}">
      <dgm:prSet/>
      <dgm:spPr/>
      <dgm:t>
        <a:bodyPr/>
        <a:lstStyle/>
        <a:p>
          <a:endParaRPr lang="en-US"/>
        </a:p>
      </dgm:t>
    </dgm:pt>
    <dgm:pt modelId="{912D8CEB-B2F8-4FD3-9EE5-2D94BB24E267}">
      <dgm:prSet/>
      <dgm:spPr/>
      <dgm:t>
        <a:bodyPr/>
        <a:lstStyle/>
        <a:p>
          <a:r>
            <a:rPr lang="pt-BR"/>
            <a:t>6. Problema de Corte e Empacotamento:</a:t>
          </a:r>
          <a:endParaRPr lang="en-US"/>
        </a:p>
      </dgm:t>
    </dgm:pt>
    <dgm:pt modelId="{25C19B5C-0BB6-4FAC-90BA-297A5A412B0D}" type="parTrans" cxnId="{3AD86C57-00D5-43C0-8328-876A0A43D1D5}">
      <dgm:prSet/>
      <dgm:spPr/>
      <dgm:t>
        <a:bodyPr/>
        <a:lstStyle/>
        <a:p>
          <a:endParaRPr lang="en-US"/>
        </a:p>
      </dgm:t>
    </dgm:pt>
    <dgm:pt modelId="{EBC3A988-A3B8-4D3C-9E68-AAF38173767F}" type="sibTrans" cxnId="{3AD86C57-00D5-43C0-8328-876A0A43D1D5}">
      <dgm:prSet/>
      <dgm:spPr/>
      <dgm:t>
        <a:bodyPr/>
        <a:lstStyle/>
        <a:p>
          <a:endParaRPr lang="en-US"/>
        </a:p>
      </dgm:t>
    </dgm:pt>
    <dgm:pt modelId="{04FAC77D-E3CF-4A20-8DD8-3FABCD5F1C3C}" type="pres">
      <dgm:prSet presAssocID="{B07524B8-D24A-4ECE-9D08-38CEDD098532}" presName="root" presStyleCnt="0">
        <dgm:presLayoutVars>
          <dgm:dir/>
          <dgm:resizeHandles val="exact"/>
        </dgm:presLayoutVars>
      </dgm:prSet>
      <dgm:spPr/>
    </dgm:pt>
    <dgm:pt modelId="{416D45A9-1119-461A-8719-FA2C38B3F445}" type="pres">
      <dgm:prSet presAssocID="{D771FF4D-1BEC-4015-86E3-8066B8131259}" presName="compNode" presStyleCnt="0"/>
      <dgm:spPr/>
    </dgm:pt>
    <dgm:pt modelId="{98C82BF5-70E4-4EAA-BE96-C40DEE231F97}" type="pres">
      <dgm:prSet presAssocID="{D771FF4D-1BEC-4015-86E3-8066B8131259}" presName="bgRect" presStyleLbl="bgShp" presStyleIdx="0" presStyleCnt="6"/>
      <dgm:spPr/>
    </dgm:pt>
    <dgm:pt modelId="{A042DEEE-ED1D-4E0E-A603-ED00B9E6FACA}" type="pres">
      <dgm:prSet presAssocID="{D771FF4D-1BEC-4015-86E3-8066B8131259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untain scene"/>
        </a:ext>
      </dgm:extLst>
    </dgm:pt>
    <dgm:pt modelId="{560D9FCB-9561-4B0B-9223-5F5B02A664BC}" type="pres">
      <dgm:prSet presAssocID="{D771FF4D-1BEC-4015-86E3-8066B8131259}" presName="spaceRect" presStyleCnt="0"/>
      <dgm:spPr/>
    </dgm:pt>
    <dgm:pt modelId="{98645E2F-34B0-4416-8955-A381905459F8}" type="pres">
      <dgm:prSet presAssocID="{D771FF4D-1BEC-4015-86E3-8066B8131259}" presName="parTx" presStyleLbl="revTx" presStyleIdx="0" presStyleCnt="6">
        <dgm:presLayoutVars>
          <dgm:chMax val="0"/>
          <dgm:chPref val="0"/>
        </dgm:presLayoutVars>
      </dgm:prSet>
      <dgm:spPr/>
    </dgm:pt>
    <dgm:pt modelId="{FB9B528F-EADD-4C15-A5E7-0960DC6E3AD4}" type="pres">
      <dgm:prSet presAssocID="{D60C991E-C21B-481C-8F39-A4F5EBE35DB0}" presName="sibTrans" presStyleCnt="0"/>
      <dgm:spPr/>
    </dgm:pt>
    <dgm:pt modelId="{A0BAE158-D8EC-4D7F-A234-9A5E7ACA4127}" type="pres">
      <dgm:prSet presAssocID="{4F87C451-2DC5-448A-9F38-06A3A6DC85E0}" presName="compNode" presStyleCnt="0"/>
      <dgm:spPr/>
    </dgm:pt>
    <dgm:pt modelId="{9D76656D-8E27-4A5E-9472-05AA7749D232}" type="pres">
      <dgm:prSet presAssocID="{4F87C451-2DC5-448A-9F38-06A3A6DC85E0}" presName="bgRect" presStyleLbl="bgShp" presStyleIdx="1" presStyleCnt="6"/>
      <dgm:spPr/>
    </dgm:pt>
    <dgm:pt modelId="{1177A0C2-F994-4F26-AE1B-1A8735FC74AD}" type="pres">
      <dgm:prSet presAssocID="{4F87C451-2DC5-448A-9F38-06A3A6DC85E0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chila"/>
        </a:ext>
      </dgm:extLst>
    </dgm:pt>
    <dgm:pt modelId="{25725BEE-543B-4547-AB28-7C160C62C1C4}" type="pres">
      <dgm:prSet presAssocID="{4F87C451-2DC5-448A-9F38-06A3A6DC85E0}" presName="spaceRect" presStyleCnt="0"/>
      <dgm:spPr/>
    </dgm:pt>
    <dgm:pt modelId="{C213A0A2-CFAD-4877-A36B-D833E3473B2E}" type="pres">
      <dgm:prSet presAssocID="{4F87C451-2DC5-448A-9F38-06A3A6DC85E0}" presName="parTx" presStyleLbl="revTx" presStyleIdx="1" presStyleCnt="6">
        <dgm:presLayoutVars>
          <dgm:chMax val="0"/>
          <dgm:chPref val="0"/>
        </dgm:presLayoutVars>
      </dgm:prSet>
      <dgm:spPr/>
    </dgm:pt>
    <dgm:pt modelId="{4EB8CC09-931E-414F-BB5E-A90D70C85AE2}" type="pres">
      <dgm:prSet presAssocID="{A7BD2E09-E57D-4EA4-918F-8AE82103EB34}" presName="sibTrans" presStyleCnt="0"/>
      <dgm:spPr/>
    </dgm:pt>
    <dgm:pt modelId="{C722C5CB-CD8B-4AE3-9466-544B86BE5311}" type="pres">
      <dgm:prSet presAssocID="{140E7E09-DAFE-4931-88A8-3DD091225D47}" presName="compNode" presStyleCnt="0"/>
      <dgm:spPr/>
    </dgm:pt>
    <dgm:pt modelId="{2B815B2C-D825-46E1-B0FD-C3547EE882C4}" type="pres">
      <dgm:prSet presAssocID="{140E7E09-DAFE-4931-88A8-3DD091225D47}" presName="bgRect" presStyleLbl="bgShp" presStyleIdx="2" presStyleCnt="6"/>
      <dgm:spPr/>
    </dgm:pt>
    <dgm:pt modelId="{D7AFB1FB-A6C2-46C0-9C7B-3F730A5D33B2}" type="pres">
      <dgm:prSet presAssocID="{140E7E09-DAFE-4931-88A8-3DD091225D47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ll paint brush"/>
        </a:ext>
      </dgm:extLst>
    </dgm:pt>
    <dgm:pt modelId="{0183B9F3-D8C2-4124-8F45-1A9EC51E819C}" type="pres">
      <dgm:prSet presAssocID="{140E7E09-DAFE-4931-88A8-3DD091225D47}" presName="spaceRect" presStyleCnt="0"/>
      <dgm:spPr/>
    </dgm:pt>
    <dgm:pt modelId="{396A4806-AAD3-43B4-98AF-6BAB00D9C711}" type="pres">
      <dgm:prSet presAssocID="{140E7E09-DAFE-4931-88A8-3DD091225D47}" presName="parTx" presStyleLbl="revTx" presStyleIdx="2" presStyleCnt="6">
        <dgm:presLayoutVars>
          <dgm:chMax val="0"/>
          <dgm:chPref val="0"/>
        </dgm:presLayoutVars>
      </dgm:prSet>
      <dgm:spPr/>
    </dgm:pt>
    <dgm:pt modelId="{E79C043F-B8AD-4D57-801B-0BAA2DAFCD3E}" type="pres">
      <dgm:prSet presAssocID="{AD788743-8027-4761-9439-4E3EE3E166AE}" presName="sibTrans" presStyleCnt="0"/>
      <dgm:spPr/>
    </dgm:pt>
    <dgm:pt modelId="{C1F8B64A-B0F1-4603-B206-7608DE6133E9}" type="pres">
      <dgm:prSet presAssocID="{CA765BD7-5B48-454E-A6F1-490A6C5E627E}" presName="compNode" presStyleCnt="0"/>
      <dgm:spPr/>
    </dgm:pt>
    <dgm:pt modelId="{AADE4255-D1DA-4A95-89F6-9C6C9B245062}" type="pres">
      <dgm:prSet presAssocID="{CA765BD7-5B48-454E-A6F1-490A6C5E627E}" presName="bgRect" presStyleLbl="bgShp" presStyleIdx="3" presStyleCnt="6"/>
      <dgm:spPr/>
    </dgm:pt>
    <dgm:pt modelId="{F0290138-10E2-4000-A2C4-1C97548711CE}" type="pres">
      <dgm:prSet presAssocID="{CA765BD7-5B48-454E-A6F1-490A6C5E627E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ro"/>
        </a:ext>
      </dgm:extLst>
    </dgm:pt>
    <dgm:pt modelId="{E3936A36-7D00-4980-8ADE-0621C9C82D7D}" type="pres">
      <dgm:prSet presAssocID="{CA765BD7-5B48-454E-A6F1-490A6C5E627E}" presName="spaceRect" presStyleCnt="0"/>
      <dgm:spPr/>
    </dgm:pt>
    <dgm:pt modelId="{6E930CC5-5F96-42E9-84D5-CE1AF4775035}" type="pres">
      <dgm:prSet presAssocID="{CA765BD7-5B48-454E-A6F1-490A6C5E627E}" presName="parTx" presStyleLbl="revTx" presStyleIdx="3" presStyleCnt="6">
        <dgm:presLayoutVars>
          <dgm:chMax val="0"/>
          <dgm:chPref val="0"/>
        </dgm:presLayoutVars>
      </dgm:prSet>
      <dgm:spPr/>
    </dgm:pt>
    <dgm:pt modelId="{BD768B88-23F1-43AD-BF7F-FC5BD56802BD}" type="pres">
      <dgm:prSet presAssocID="{451395B4-3AEB-4BCC-8F82-F3004B209DD2}" presName="sibTrans" presStyleCnt="0"/>
      <dgm:spPr/>
    </dgm:pt>
    <dgm:pt modelId="{82439875-7BE3-41FC-87A2-49C2B295F03B}" type="pres">
      <dgm:prSet presAssocID="{834F3EF1-3649-4161-9A02-31428D5C9E65}" presName="compNode" presStyleCnt="0"/>
      <dgm:spPr/>
    </dgm:pt>
    <dgm:pt modelId="{19F73F18-51A6-47E7-950B-368DB7BB9262}" type="pres">
      <dgm:prSet presAssocID="{834F3EF1-3649-4161-9A02-31428D5C9E65}" presName="bgRect" presStyleLbl="bgShp" presStyleIdx="4" presStyleCnt="6"/>
      <dgm:spPr/>
    </dgm:pt>
    <dgm:pt modelId="{CFFCE434-5F2C-4BE2-80DF-B804CC419063}" type="pres">
      <dgm:prSet presAssocID="{834F3EF1-3649-4161-9A02-31428D5C9E65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F1290F12-6301-4712-962F-C56D7B4BF782}" type="pres">
      <dgm:prSet presAssocID="{834F3EF1-3649-4161-9A02-31428D5C9E65}" presName="spaceRect" presStyleCnt="0"/>
      <dgm:spPr/>
    </dgm:pt>
    <dgm:pt modelId="{CE7E3D2B-AE9F-46C1-945E-57834D88C747}" type="pres">
      <dgm:prSet presAssocID="{834F3EF1-3649-4161-9A02-31428D5C9E65}" presName="parTx" presStyleLbl="revTx" presStyleIdx="4" presStyleCnt="6">
        <dgm:presLayoutVars>
          <dgm:chMax val="0"/>
          <dgm:chPref val="0"/>
        </dgm:presLayoutVars>
      </dgm:prSet>
      <dgm:spPr/>
    </dgm:pt>
    <dgm:pt modelId="{36FB3D65-92DF-4633-BF01-BF5DCAA485DA}" type="pres">
      <dgm:prSet presAssocID="{FFF67A69-3443-46F9-8D60-0FAC388D7E51}" presName="sibTrans" presStyleCnt="0"/>
      <dgm:spPr/>
    </dgm:pt>
    <dgm:pt modelId="{603C2488-0606-46B8-99B5-620AD5700265}" type="pres">
      <dgm:prSet presAssocID="{912D8CEB-B2F8-4FD3-9EE5-2D94BB24E267}" presName="compNode" presStyleCnt="0"/>
      <dgm:spPr/>
    </dgm:pt>
    <dgm:pt modelId="{9F1F514D-4589-422D-A346-81174DE317F5}" type="pres">
      <dgm:prSet presAssocID="{912D8CEB-B2F8-4FD3-9EE5-2D94BB24E267}" presName="bgRect" presStyleLbl="bgShp" presStyleIdx="5" presStyleCnt="6"/>
      <dgm:spPr/>
    </dgm:pt>
    <dgm:pt modelId="{25322BEF-FCBB-4A32-8422-04F291B6FEA4}" type="pres">
      <dgm:prSet presAssocID="{912D8CEB-B2F8-4FD3-9EE5-2D94BB24E267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C70817E1-AC7C-4AE2-AEFB-3F97F5637A40}" type="pres">
      <dgm:prSet presAssocID="{912D8CEB-B2F8-4FD3-9EE5-2D94BB24E267}" presName="spaceRect" presStyleCnt="0"/>
      <dgm:spPr/>
    </dgm:pt>
    <dgm:pt modelId="{92A2E62E-33BB-4F03-A3FC-DD4189F3E62D}" type="pres">
      <dgm:prSet presAssocID="{912D8CEB-B2F8-4FD3-9EE5-2D94BB24E267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A772320A-B512-445D-968C-75D1F1F63953}" srcId="{B07524B8-D24A-4ECE-9D08-38CEDD098532}" destId="{834F3EF1-3649-4161-9A02-31428D5C9E65}" srcOrd="4" destOrd="0" parTransId="{BC075FE5-97AB-4254-80C8-C83D9C9FA52E}" sibTransId="{FFF67A69-3443-46F9-8D60-0FAC388D7E51}"/>
    <dgm:cxn modelId="{F834CE0E-3C37-4C28-ADBA-0218F38378FF}" srcId="{B07524B8-D24A-4ECE-9D08-38CEDD098532}" destId="{4F87C451-2DC5-448A-9F38-06A3A6DC85E0}" srcOrd="1" destOrd="0" parTransId="{41A2E4CA-6113-4BE9-AA6F-3D0A18736A6B}" sibTransId="{A7BD2E09-E57D-4EA4-918F-8AE82103EB34}"/>
    <dgm:cxn modelId="{8310B614-625C-44AB-B142-26107136FC5A}" type="presOf" srcId="{834F3EF1-3649-4161-9A02-31428D5C9E65}" destId="{CE7E3D2B-AE9F-46C1-945E-57834D88C747}" srcOrd="0" destOrd="0" presId="urn:microsoft.com/office/officeart/2018/2/layout/IconVerticalSolidList"/>
    <dgm:cxn modelId="{84E93E32-B54D-4E5C-98E7-22FFD787902E}" srcId="{B07524B8-D24A-4ECE-9D08-38CEDD098532}" destId="{140E7E09-DAFE-4931-88A8-3DD091225D47}" srcOrd="2" destOrd="0" parTransId="{FCDB0205-DEC7-4E9A-B904-8917555FE9BC}" sibTransId="{AD788743-8027-4761-9439-4E3EE3E166AE}"/>
    <dgm:cxn modelId="{F194D134-A8F4-41A8-98F1-6E3B585D1CB4}" type="presOf" srcId="{D771FF4D-1BEC-4015-86E3-8066B8131259}" destId="{98645E2F-34B0-4416-8955-A381905459F8}" srcOrd="0" destOrd="0" presId="urn:microsoft.com/office/officeart/2018/2/layout/IconVerticalSolidList"/>
    <dgm:cxn modelId="{6249323E-B5D0-4C0D-A8C0-6132FB5D5C0F}" type="presOf" srcId="{912D8CEB-B2F8-4FD3-9EE5-2D94BB24E267}" destId="{92A2E62E-33BB-4F03-A3FC-DD4189F3E62D}" srcOrd="0" destOrd="0" presId="urn:microsoft.com/office/officeart/2018/2/layout/IconVerticalSolidList"/>
    <dgm:cxn modelId="{3AD86C57-00D5-43C0-8328-876A0A43D1D5}" srcId="{B07524B8-D24A-4ECE-9D08-38CEDD098532}" destId="{912D8CEB-B2F8-4FD3-9EE5-2D94BB24E267}" srcOrd="5" destOrd="0" parTransId="{25C19B5C-0BB6-4FAC-90BA-297A5A412B0D}" sibTransId="{EBC3A988-A3B8-4D3C-9E68-AAF38173767F}"/>
    <dgm:cxn modelId="{38874FB5-1B62-420C-A5E6-21655A4B3E49}" type="presOf" srcId="{140E7E09-DAFE-4931-88A8-3DD091225D47}" destId="{396A4806-AAD3-43B4-98AF-6BAB00D9C711}" srcOrd="0" destOrd="0" presId="urn:microsoft.com/office/officeart/2018/2/layout/IconVerticalSolidList"/>
    <dgm:cxn modelId="{DFA63CB6-3210-4B24-876A-B0241ED8853A}" type="presOf" srcId="{4F87C451-2DC5-448A-9F38-06A3A6DC85E0}" destId="{C213A0A2-CFAD-4877-A36B-D833E3473B2E}" srcOrd="0" destOrd="0" presId="urn:microsoft.com/office/officeart/2018/2/layout/IconVerticalSolidList"/>
    <dgm:cxn modelId="{CF2E67C9-346D-4C88-81BE-B5C3E2D39058}" type="presOf" srcId="{CA765BD7-5B48-454E-A6F1-490A6C5E627E}" destId="{6E930CC5-5F96-42E9-84D5-CE1AF4775035}" srcOrd="0" destOrd="0" presId="urn:microsoft.com/office/officeart/2018/2/layout/IconVerticalSolidList"/>
    <dgm:cxn modelId="{F7EE89C9-440D-4977-B288-26ECA6DC6359}" type="presOf" srcId="{B07524B8-D24A-4ECE-9D08-38CEDD098532}" destId="{04FAC77D-E3CF-4A20-8DD8-3FABCD5F1C3C}" srcOrd="0" destOrd="0" presId="urn:microsoft.com/office/officeart/2018/2/layout/IconVerticalSolidList"/>
    <dgm:cxn modelId="{1FFBDED6-6661-4B94-9783-2A83DEBCFF87}" srcId="{B07524B8-D24A-4ECE-9D08-38CEDD098532}" destId="{CA765BD7-5B48-454E-A6F1-490A6C5E627E}" srcOrd="3" destOrd="0" parTransId="{34D9082B-7E90-48EB-9EA9-EE7F9455D0C9}" sibTransId="{451395B4-3AEB-4BCC-8F82-F3004B209DD2}"/>
    <dgm:cxn modelId="{059798F4-B300-41EB-9A7C-D787DEB796BB}" srcId="{B07524B8-D24A-4ECE-9D08-38CEDD098532}" destId="{D771FF4D-1BEC-4015-86E3-8066B8131259}" srcOrd="0" destOrd="0" parTransId="{5EC8D23D-6EBA-499A-B8D5-6D208F71DB62}" sibTransId="{D60C991E-C21B-481C-8F39-A4F5EBE35DB0}"/>
    <dgm:cxn modelId="{DE96498A-B50A-4062-833B-8BF5FC3EA8CA}" type="presParOf" srcId="{04FAC77D-E3CF-4A20-8DD8-3FABCD5F1C3C}" destId="{416D45A9-1119-461A-8719-FA2C38B3F445}" srcOrd="0" destOrd="0" presId="urn:microsoft.com/office/officeart/2018/2/layout/IconVerticalSolidList"/>
    <dgm:cxn modelId="{24AAD197-A9C9-42D0-AAFF-3A4A4EDAC3FD}" type="presParOf" srcId="{416D45A9-1119-461A-8719-FA2C38B3F445}" destId="{98C82BF5-70E4-4EAA-BE96-C40DEE231F97}" srcOrd="0" destOrd="0" presId="urn:microsoft.com/office/officeart/2018/2/layout/IconVerticalSolidList"/>
    <dgm:cxn modelId="{C198CCAB-2CAF-418B-B701-536FCD1D422C}" type="presParOf" srcId="{416D45A9-1119-461A-8719-FA2C38B3F445}" destId="{A042DEEE-ED1D-4E0E-A603-ED00B9E6FACA}" srcOrd="1" destOrd="0" presId="urn:microsoft.com/office/officeart/2018/2/layout/IconVerticalSolidList"/>
    <dgm:cxn modelId="{F197AD73-6489-4F36-9C28-91ABFDFAD94E}" type="presParOf" srcId="{416D45A9-1119-461A-8719-FA2C38B3F445}" destId="{560D9FCB-9561-4B0B-9223-5F5B02A664BC}" srcOrd="2" destOrd="0" presId="urn:microsoft.com/office/officeart/2018/2/layout/IconVerticalSolidList"/>
    <dgm:cxn modelId="{66C0F0E1-8DE2-4F0B-83FB-2B685C21DAE2}" type="presParOf" srcId="{416D45A9-1119-461A-8719-FA2C38B3F445}" destId="{98645E2F-34B0-4416-8955-A381905459F8}" srcOrd="3" destOrd="0" presId="urn:microsoft.com/office/officeart/2018/2/layout/IconVerticalSolidList"/>
    <dgm:cxn modelId="{C2162E1C-B784-449A-BF0C-637A2183C894}" type="presParOf" srcId="{04FAC77D-E3CF-4A20-8DD8-3FABCD5F1C3C}" destId="{FB9B528F-EADD-4C15-A5E7-0960DC6E3AD4}" srcOrd="1" destOrd="0" presId="urn:microsoft.com/office/officeart/2018/2/layout/IconVerticalSolidList"/>
    <dgm:cxn modelId="{53AD4CA7-50A0-43F8-BF4E-584C005783C8}" type="presParOf" srcId="{04FAC77D-E3CF-4A20-8DD8-3FABCD5F1C3C}" destId="{A0BAE158-D8EC-4D7F-A234-9A5E7ACA4127}" srcOrd="2" destOrd="0" presId="urn:microsoft.com/office/officeart/2018/2/layout/IconVerticalSolidList"/>
    <dgm:cxn modelId="{658E79A2-2F3D-4A49-B8C0-9A12533CBB38}" type="presParOf" srcId="{A0BAE158-D8EC-4D7F-A234-9A5E7ACA4127}" destId="{9D76656D-8E27-4A5E-9472-05AA7749D232}" srcOrd="0" destOrd="0" presId="urn:microsoft.com/office/officeart/2018/2/layout/IconVerticalSolidList"/>
    <dgm:cxn modelId="{6505A47B-D904-48DC-ABE4-B8C85F873D26}" type="presParOf" srcId="{A0BAE158-D8EC-4D7F-A234-9A5E7ACA4127}" destId="{1177A0C2-F994-4F26-AE1B-1A8735FC74AD}" srcOrd="1" destOrd="0" presId="urn:microsoft.com/office/officeart/2018/2/layout/IconVerticalSolidList"/>
    <dgm:cxn modelId="{4841742F-44CB-403E-9411-586B0DCFF909}" type="presParOf" srcId="{A0BAE158-D8EC-4D7F-A234-9A5E7ACA4127}" destId="{25725BEE-543B-4547-AB28-7C160C62C1C4}" srcOrd="2" destOrd="0" presId="urn:microsoft.com/office/officeart/2018/2/layout/IconVerticalSolidList"/>
    <dgm:cxn modelId="{B9F325C9-7175-47AF-AC0F-E91A06036F6B}" type="presParOf" srcId="{A0BAE158-D8EC-4D7F-A234-9A5E7ACA4127}" destId="{C213A0A2-CFAD-4877-A36B-D833E3473B2E}" srcOrd="3" destOrd="0" presId="urn:microsoft.com/office/officeart/2018/2/layout/IconVerticalSolidList"/>
    <dgm:cxn modelId="{B6206FCD-535E-4D25-A806-4B2EC9BB0643}" type="presParOf" srcId="{04FAC77D-E3CF-4A20-8DD8-3FABCD5F1C3C}" destId="{4EB8CC09-931E-414F-BB5E-A90D70C85AE2}" srcOrd="3" destOrd="0" presId="urn:microsoft.com/office/officeart/2018/2/layout/IconVerticalSolidList"/>
    <dgm:cxn modelId="{E920FB17-D0EB-4B79-8074-A4D90E8D3F04}" type="presParOf" srcId="{04FAC77D-E3CF-4A20-8DD8-3FABCD5F1C3C}" destId="{C722C5CB-CD8B-4AE3-9466-544B86BE5311}" srcOrd="4" destOrd="0" presId="urn:microsoft.com/office/officeart/2018/2/layout/IconVerticalSolidList"/>
    <dgm:cxn modelId="{264AEB3F-9A9D-4978-B880-F95E5290AF36}" type="presParOf" srcId="{C722C5CB-CD8B-4AE3-9466-544B86BE5311}" destId="{2B815B2C-D825-46E1-B0FD-C3547EE882C4}" srcOrd="0" destOrd="0" presId="urn:microsoft.com/office/officeart/2018/2/layout/IconVerticalSolidList"/>
    <dgm:cxn modelId="{AF3DD0A7-AD89-44CF-9240-A668838299A7}" type="presParOf" srcId="{C722C5CB-CD8B-4AE3-9466-544B86BE5311}" destId="{D7AFB1FB-A6C2-46C0-9C7B-3F730A5D33B2}" srcOrd="1" destOrd="0" presId="urn:microsoft.com/office/officeart/2018/2/layout/IconVerticalSolidList"/>
    <dgm:cxn modelId="{B1A9D0BE-C972-4FF3-B95A-CD9DD2985448}" type="presParOf" srcId="{C722C5CB-CD8B-4AE3-9466-544B86BE5311}" destId="{0183B9F3-D8C2-4124-8F45-1A9EC51E819C}" srcOrd="2" destOrd="0" presId="urn:microsoft.com/office/officeart/2018/2/layout/IconVerticalSolidList"/>
    <dgm:cxn modelId="{29339B9F-5566-4FFF-B061-B7D98B2BFF3E}" type="presParOf" srcId="{C722C5CB-CD8B-4AE3-9466-544B86BE5311}" destId="{396A4806-AAD3-43B4-98AF-6BAB00D9C711}" srcOrd="3" destOrd="0" presId="urn:microsoft.com/office/officeart/2018/2/layout/IconVerticalSolidList"/>
    <dgm:cxn modelId="{FD4F6DEC-CC7D-4971-973D-69CAB75A1A7C}" type="presParOf" srcId="{04FAC77D-E3CF-4A20-8DD8-3FABCD5F1C3C}" destId="{E79C043F-B8AD-4D57-801B-0BAA2DAFCD3E}" srcOrd="5" destOrd="0" presId="urn:microsoft.com/office/officeart/2018/2/layout/IconVerticalSolidList"/>
    <dgm:cxn modelId="{7D73E02A-20E5-4712-9D91-41E6B7BD8CDB}" type="presParOf" srcId="{04FAC77D-E3CF-4A20-8DD8-3FABCD5F1C3C}" destId="{C1F8B64A-B0F1-4603-B206-7608DE6133E9}" srcOrd="6" destOrd="0" presId="urn:microsoft.com/office/officeart/2018/2/layout/IconVerticalSolidList"/>
    <dgm:cxn modelId="{7330C6DD-AC56-43FF-A395-EFD6EC730622}" type="presParOf" srcId="{C1F8B64A-B0F1-4603-B206-7608DE6133E9}" destId="{AADE4255-D1DA-4A95-89F6-9C6C9B245062}" srcOrd="0" destOrd="0" presId="urn:microsoft.com/office/officeart/2018/2/layout/IconVerticalSolidList"/>
    <dgm:cxn modelId="{C4A9F279-D5CF-448F-8B4C-230153BB487C}" type="presParOf" srcId="{C1F8B64A-B0F1-4603-B206-7608DE6133E9}" destId="{F0290138-10E2-4000-A2C4-1C97548711CE}" srcOrd="1" destOrd="0" presId="urn:microsoft.com/office/officeart/2018/2/layout/IconVerticalSolidList"/>
    <dgm:cxn modelId="{4045A700-FFE2-43C9-95D7-ABE9786360CA}" type="presParOf" srcId="{C1F8B64A-B0F1-4603-B206-7608DE6133E9}" destId="{E3936A36-7D00-4980-8ADE-0621C9C82D7D}" srcOrd="2" destOrd="0" presId="urn:microsoft.com/office/officeart/2018/2/layout/IconVerticalSolidList"/>
    <dgm:cxn modelId="{AA10473E-0942-4E52-B3AE-9DE918ED3117}" type="presParOf" srcId="{C1F8B64A-B0F1-4603-B206-7608DE6133E9}" destId="{6E930CC5-5F96-42E9-84D5-CE1AF4775035}" srcOrd="3" destOrd="0" presId="urn:microsoft.com/office/officeart/2018/2/layout/IconVerticalSolidList"/>
    <dgm:cxn modelId="{B2214E7E-F006-4FEB-8F9F-065D7FFDA437}" type="presParOf" srcId="{04FAC77D-E3CF-4A20-8DD8-3FABCD5F1C3C}" destId="{BD768B88-23F1-43AD-BF7F-FC5BD56802BD}" srcOrd="7" destOrd="0" presId="urn:microsoft.com/office/officeart/2018/2/layout/IconVerticalSolidList"/>
    <dgm:cxn modelId="{3145F74D-B705-43D0-8D2A-27CC489AEE71}" type="presParOf" srcId="{04FAC77D-E3CF-4A20-8DD8-3FABCD5F1C3C}" destId="{82439875-7BE3-41FC-87A2-49C2B295F03B}" srcOrd="8" destOrd="0" presId="urn:microsoft.com/office/officeart/2018/2/layout/IconVerticalSolidList"/>
    <dgm:cxn modelId="{C7830616-F941-4FAF-83E6-15D30D18ECAD}" type="presParOf" srcId="{82439875-7BE3-41FC-87A2-49C2B295F03B}" destId="{19F73F18-51A6-47E7-950B-368DB7BB9262}" srcOrd="0" destOrd="0" presId="urn:microsoft.com/office/officeart/2018/2/layout/IconVerticalSolidList"/>
    <dgm:cxn modelId="{8172D00A-B9AE-4A77-81BE-172085A73FCE}" type="presParOf" srcId="{82439875-7BE3-41FC-87A2-49C2B295F03B}" destId="{CFFCE434-5F2C-4BE2-80DF-B804CC419063}" srcOrd="1" destOrd="0" presId="urn:microsoft.com/office/officeart/2018/2/layout/IconVerticalSolidList"/>
    <dgm:cxn modelId="{AFD26E17-3511-4422-A7D7-188DF0D02B82}" type="presParOf" srcId="{82439875-7BE3-41FC-87A2-49C2B295F03B}" destId="{F1290F12-6301-4712-962F-C56D7B4BF782}" srcOrd="2" destOrd="0" presId="urn:microsoft.com/office/officeart/2018/2/layout/IconVerticalSolidList"/>
    <dgm:cxn modelId="{2A61195A-0DA8-45E1-B406-29889745FE70}" type="presParOf" srcId="{82439875-7BE3-41FC-87A2-49C2B295F03B}" destId="{CE7E3D2B-AE9F-46C1-945E-57834D88C747}" srcOrd="3" destOrd="0" presId="urn:microsoft.com/office/officeart/2018/2/layout/IconVerticalSolidList"/>
    <dgm:cxn modelId="{3D03A58A-81A0-45A1-91EF-090E5E94ECC8}" type="presParOf" srcId="{04FAC77D-E3CF-4A20-8DD8-3FABCD5F1C3C}" destId="{36FB3D65-92DF-4633-BF01-BF5DCAA485DA}" srcOrd="9" destOrd="0" presId="urn:microsoft.com/office/officeart/2018/2/layout/IconVerticalSolidList"/>
    <dgm:cxn modelId="{B7BAE346-A6EC-4266-8CEA-7C1CBBBBF18C}" type="presParOf" srcId="{04FAC77D-E3CF-4A20-8DD8-3FABCD5F1C3C}" destId="{603C2488-0606-46B8-99B5-620AD5700265}" srcOrd="10" destOrd="0" presId="urn:microsoft.com/office/officeart/2018/2/layout/IconVerticalSolidList"/>
    <dgm:cxn modelId="{E6BC0863-D7BD-4E88-8101-5774C8B16AA9}" type="presParOf" srcId="{603C2488-0606-46B8-99B5-620AD5700265}" destId="{9F1F514D-4589-422D-A346-81174DE317F5}" srcOrd="0" destOrd="0" presId="urn:microsoft.com/office/officeart/2018/2/layout/IconVerticalSolidList"/>
    <dgm:cxn modelId="{7C4558C8-4C2C-49FF-8F7D-98FA09E425EF}" type="presParOf" srcId="{603C2488-0606-46B8-99B5-620AD5700265}" destId="{25322BEF-FCBB-4A32-8422-04F291B6FEA4}" srcOrd="1" destOrd="0" presId="urn:microsoft.com/office/officeart/2018/2/layout/IconVerticalSolidList"/>
    <dgm:cxn modelId="{5891540F-F99A-44BF-BDC2-90A3F142A392}" type="presParOf" srcId="{603C2488-0606-46B8-99B5-620AD5700265}" destId="{C70817E1-AC7C-4AE2-AEFB-3F97F5637A40}" srcOrd="2" destOrd="0" presId="urn:microsoft.com/office/officeart/2018/2/layout/IconVerticalSolidList"/>
    <dgm:cxn modelId="{38CA4D3D-197C-4BDB-BF41-0A9011FEF433}" type="presParOf" srcId="{603C2488-0606-46B8-99B5-620AD5700265}" destId="{92A2E62E-33BB-4F03-A3FC-DD4189F3E62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FE65FAB-547B-42AC-8E2E-6F157A35F9B1}" type="doc">
      <dgm:prSet loTypeId="urn:microsoft.com/office/officeart/2005/8/layout/matrix2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12A23A3-DD7C-43E8-AA61-3F124D0E3418}">
      <dgm:prSet/>
      <dgm:spPr/>
      <dgm:t>
        <a:bodyPr/>
        <a:lstStyle/>
        <a:p>
          <a:r>
            <a:rPr lang="pt-BR"/>
            <a:t>Detalhes sobre as provas teóricas e práticas.</a:t>
          </a:r>
          <a:endParaRPr lang="en-US"/>
        </a:p>
      </dgm:t>
    </dgm:pt>
    <dgm:pt modelId="{67C68848-9AE6-4695-9F0B-F8A8CB3DDE95}" type="parTrans" cxnId="{129BB808-0A1D-4D2F-9ECF-5D0884D818F7}">
      <dgm:prSet/>
      <dgm:spPr/>
      <dgm:t>
        <a:bodyPr/>
        <a:lstStyle/>
        <a:p>
          <a:endParaRPr lang="en-US"/>
        </a:p>
      </dgm:t>
    </dgm:pt>
    <dgm:pt modelId="{6AA10097-3AF5-4C53-A20B-677AE6CF0D53}" type="sibTrans" cxnId="{129BB808-0A1D-4D2F-9ECF-5D0884D818F7}">
      <dgm:prSet/>
      <dgm:spPr/>
      <dgm:t>
        <a:bodyPr/>
        <a:lstStyle/>
        <a:p>
          <a:endParaRPr lang="en-US"/>
        </a:p>
      </dgm:t>
    </dgm:pt>
    <dgm:pt modelId="{8C8B8DF0-EA35-41D7-9073-8D5A40FACAE8}">
      <dgm:prSet/>
      <dgm:spPr/>
      <dgm:t>
        <a:bodyPr/>
        <a:lstStyle/>
        <a:p>
          <a:r>
            <a:rPr lang="pt-BR"/>
            <a:t>Critérios de avaliação dos trabalhos práticos e projetos.</a:t>
          </a:r>
          <a:endParaRPr lang="en-US"/>
        </a:p>
      </dgm:t>
    </dgm:pt>
    <dgm:pt modelId="{E8145E53-5C81-4F93-9146-9761867DA2D7}" type="parTrans" cxnId="{E5E11CE3-887E-4433-ADC7-7960E4ADBD63}">
      <dgm:prSet/>
      <dgm:spPr/>
      <dgm:t>
        <a:bodyPr/>
        <a:lstStyle/>
        <a:p>
          <a:endParaRPr lang="en-US"/>
        </a:p>
      </dgm:t>
    </dgm:pt>
    <dgm:pt modelId="{E0551C24-4B95-40E5-819A-CA29F32905B2}" type="sibTrans" cxnId="{E5E11CE3-887E-4433-ADC7-7960E4ADBD63}">
      <dgm:prSet/>
      <dgm:spPr/>
      <dgm:t>
        <a:bodyPr/>
        <a:lstStyle/>
        <a:p>
          <a:endParaRPr lang="en-US"/>
        </a:p>
      </dgm:t>
    </dgm:pt>
    <dgm:pt modelId="{596B8E07-A37B-415C-8C72-F0363B138183}">
      <dgm:prSet/>
      <dgm:spPr/>
      <dgm:t>
        <a:bodyPr/>
        <a:lstStyle/>
        <a:p>
          <a:r>
            <a:rPr lang="pt-BR"/>
            <a:t>Importância da participação em aula e resolução de exercícios.</a:t>
          </a:r>
          <a:endParaRPr lang="en-US"/>
        </a:p>
      </dgm:t>
    </dgm:pt>
    <dgm:pt modelId="{192842D8-7A53-400B-9095-E8728B741249}" type="parTrans" cxnId="{BC1AEF9F-8AD2-454D-BED1-AF92DDB47988}">
      <dgm:prSet/>
      <dgm:spPr/>
      <dgm:t>
        <a:bodyPr/>
        <a:lstStyle/>
        <a:p>
          <a:endParaRPr lang="en-US"/>
        </a:p>
      </dgm:t>
    </dgm:pt>
    <dgm:pt modelId="{1AF26AEB-D6B4-46D2-B0A8-76FCF9FB09BB}" type="sibTrans" cxnId="{BC1AEF9F-8AD2-454D-BED1-AF92DDB47988}">
      <dgm:prSet/>
      <dgm:spPr/>
      <dgm:t>
        <a:bodyPr/>
        <a:lstStyle/>
        <a:p>
          <a:endParaRPr lang="en-US"/>
        </a:p>
      </dgm:t>
    </dgm:pt>
    <dgm:pt modelId="{51BF4688-1FC0-4E8A-8F2E-CE9B2DCC28A8}">
      <dgm:prSet/>
      <dgm:spPr/>
      <dgm:t>
        <a:bodyPr/>
        <a:lstStyle/>
        <a:p>
          <a:r>
            <a:rPr lang="pt-BR"/>
            <a:t>Política de faltas e recuperação.</a:t>
          </a:r>
          <a:endParaRPr lang="en-US"/>
        </a:p>
      </dgm:t>
    </dgm:pt>
    <dgm:pt modelId="{23F72777-12DF-477D-B6CC-844669CBA245}" type="parTrans" cxnId="{038F8A40-730F-4DF3-B0A3-8D3A275EC012}">
      <dgm:prSet/>
      <dgm:spPr/>
      <dgm:t>
        <a:bodyPr/>
        <a:lstStyle/>
        <a:p>
          <a:endParaRPr lang="en-US"/>
        </a:p>
      </dgm:t>
    </dgm:pt>
    <dgm:pt modelId="{42E76023-BE36-4789-9522-965563B9319C}" type="sibTrans" cxnId="{038F8A40-730F-4DF3-B0A3-8D3A275EC012}">
      <dgm:prSet/>
      <dgm:spPr/>
      <dgm:t>
        <a:bodyPr/>
        <a:lstStyle/>
        <a:p>
          <a:endParaRPr lang="en-US"/>
        </a:p>
      </dgm:t>
    </dgm:pt>
    <dgm:pt modelId="{73D7F174-4875-499A-9D89-BD3EB18E58D1}" type="pres">
      <dgm:prSet presAssocID="{2FE65FAB-547B-42AC-8E2E-6F157A35F9B1}" presName="matrix" presStyleCnt="0">
        <dgm:presLayoutVars>
          <dgm:chMax val="1"/>
          <dgm:dir/>
          <dgm:resizeHandles val="exact"/>
        </dgm:presLayoutVars>
      </dgm:prSet>
      <dgm:spPr/>
    </dgm:pt>
    <dgm:pt modelId="{89597ADB-FFAC-41DD-ACB3-5B2C3A199F83}" type="pres">
      <dgm:prSet presAssocID="{2FE65FAB-547B-42AC-8E2E-6F157A35F9B1}" presName="axisShape" presStyleLbl="bgShp" presStyleIdx="0" presStyleCnt="1"/>
      <dgm:spPr/>
    </dgm:pt>
    <dgm:pt modelId="{EC07C631-CD67-4FEF-A1F8-C4AC8B9BF82F}" type="pres">
      <dgm:prSet presAssocID="{2FE65FAB-547B-42AC-8E2E-6F157A35F9B1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590814F-512E-45C9-8E40-0706884A55CB}" type="pres">
      <dgm:prSet presAssocID="{2FE65FAB-547B-42AC-8E2E-6F157A35F9B1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526A1B4-6533-4F36-BA88-79181DA4871A}" type="pres">
      <dgm:prSet presAssocID="{2FE65FAB-547B-42AC-8E2E-6F157A35F9B1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D6302DF-ED00-4947-AF26-00A07051E2D6}" type="pres">
      <dgm:prSet presAssocID="{2FE65FAB-547B-42AC-8E2E-6F157A35F9B1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EA77504-1C02-4DD4-BDA7-38CC7D85789A}" type="presOf" srcId="{51BF4688-1FC0-4E8A-8F2E-CE9B2DCC28A8}" destId="{AD6302DF-ED00-4947-AF26-00A07051E2D6}" srcOrd="0" destOrd="0" presId="urn:microsoft.com/office/officeart/2005/8/layout/matrix2"/>
    <dgm:cxn modelId="{129BB808-0A1D-4D2F-9ECF-5D0884D818F7}" srcId="{2FE65FAB-547B-42AC-8E2E-6F157A35F9B1}" destId="{612A23A3-DD7C-43E8-AA61-3F124D0E3418}" srcOrd="0" destOrd="0" parTransId="{67C68848-9AE6-4695-9F0B-F8A8CB3DDE95}" sibTransId="{6AA10097-3AF5-4C53-A20B-677AE6CF0D53}"/>
    <dgm:cxn modelId="{9CF64E22-E025-47EA-ABC1-415CB22A2E3F}" type="presOf" srcId="{2FE65FAB-547B-42AC-8E2E-6F157A35F9B1}" destId="{73D7F174-4875-499A-9D89-BD3EB18E58D1}" srcOrd="0" destOrd="0" presId="urn:microsoft.com/office/officeart/2005/8/layout/matrix2"/>
    <dgm:cxn modelId="{038F8A40-730F-4DF3-B0A3-8D3A275EC012}" srcId="{2FE65FAB-547B-42AC-8E2E-6F157A35F9B1}" destId="{51BF4688-1FC0-4E8A-8F2E-CE9B2DCC28A8}" srcOrd="3" destOrd="0" parTransId="{23F72777-12DF-477D-B6CC-844669CBA245}" sibTransId="{42E76023-BE36-4789-9522-965563B9319C}"/>
    <dgm:cxn modelId="{4B09206D-A6CD-412F-AF68-3D958BBCD10E}" type="presOf" srcId="{596B8E07-A37B-415C-8C72-F0363B138183}" destId="{6526A1B4-6533-4F36-BA88-79181DA4871A}" srcOrd="0" destOrd="0" presId="urn:microsoft.com/office/officeart/2005/8/layout/matrix2"/>
    <dgm:cxn modelId="{69E4C78F-8FD4-4BA2-8B98-A909553DA4EB}" type="presOf" srcId="{8C8B8DF0-EA35-41D7-9073-8D5A40FACAE8}" destId="{5590814F-512E-45C9-8E40-0706884A55CB}" srcOrd="0" destOrd="0" presId="urn:microsoft.com/office/officeart/2005/8/layout/matrix2"/>
    <dgm:cxn modelId="{BC1AEF9F-8AD2-454D-BED1-AF92DDB47988}" srcId="{2FE65FAB-547B-42AC-8E2E-6F157A35F9B1}" destId="{596B8E07-A37B-415C-8C72-F0363B138183}" srcOrd="2" destOrd="0" parTransId="{192842D8-7A53-400B-9095-E8728B741249}" sibTransId="{1AF26AEB-D6B4-46D2-B0A8-76FCF9FB09BB}"/>
    <dgm:cxn modelId="{E5E11CE3-887E-4433-ADC7-7960E4ADBD63}" srcId="{2FE65FAB-547B-42AC-8E2E-6F157A35F9B1}" destId="{8C8B8DF0-EA35-41D7-9073-8D5A40FACAE8}" srcOrd="1" destOrd="0" parTransId="{E8145E53-5C81-4F93-9146-9761867DA2D7}" sibTransId="{E0551C24-4B95-40E5-819A-CA29F32905B2}"/>
    <dgm:cxn modelId="{140FC5EB-0DA5-4034-B313-31A5656998F9}" type="presOf" srcId="{612A23A3-DD7C-43E8-AA61-3F124D0E3418}" destId="{EC07C631-CD67-4FEF-A1F8-C4AC8B9BF82F}" srcOrd="0" destOrd="0" presId="urn:microsoft.com/office/officeart/2005/8/layout/matrix2"/>
    <dgm:cxn modelId="{F6B09340-E1B8-444E-93FF-2D242D0E8C3E}" type="presParOf" srcId="{73D7F174-4875-499A-9D89-BD3EB18E58D1}" destId="{89597ADB-FFAC-41DD-ACB3-5B2C3A199F83}" srcOrd="0" destOrd="0" presId="urn:microsoft.com/office/officeart/2005/8/layout/matrix2"/>
    <dgm:cxn modelId="{77B9F018-0EF4-4F25-AE99-E9D46B16F07B}" type="presParOf" srcId="{73D7F174-4875-499A-9D89-BD3EB18E58D1}" destId="{EC07C631-CD67-4FEF-A1F8-C4AC8B9BF82F}" srcOrd="1" destOrd="0" presId="urn:microsoft.com/office/officeart/2005/8/layout/matrix2"/>
    <dgm:cxn modelId="{456E08F3-2D21-4C4C-A636-16071460ED34}" type="presParOf" srcId="{73D7F174-4875-499A-9D89-BD3EB18E58D1}" destId="{5590814F-512E-45C9-8E40-0706884A55CB}" srcOrd="2" destOrd="0" presId="urn:microsoft.com/office/officeart/2005/8/layout/matrix2"/>
    <dgm:cxn modelId="{615976F2-2527-45AD-8452-BE76307E5D8A}" type="presParOf" srcId="{73D7F174-4875-499A-9D89-BD3EB18E58D1}" destId="{6526A1B4-6533-4F36-BA88-79181DA4871A}" srcOrd="3" destOrd="0" presId="urn:microsoft.com/office/officeart/2005/8/layout/matrix2"/>
    <dgm:cxn modelId="{61A69B65-5D3F-4F52-947C-125AABE4929A}" type="presParOf" srcId="{73D7F174-4875-499A-9D89-BD3EB18E58D1}" destId="{AD6302DF-ED00-4947-AF26-00A07051E2D6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DB05DB4-71C3-4D92-8EEC-5662F24BB110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318BE68-8C52-4439-9B29-C3281520BABC}">
      <dgm:prSet/>
      <dgm:spPr/>
      <dgm:t>
        <a:bodyPr/>
        <a:lstStyle/>
        <a:p>
          <a:r>
            <a:rPr lang="pt-BR"/>
            <a:t>Estude como se representa uma função de primeiro grau.</a:t>
          </a:r>
          <a:endParaRPr lang="en-US"/>
        </a:p>
      </dgm:t>
    </dgm:pt>
    <dgm:pt modelId="{51CFA4FF-2F35-4331-AE10-505CEB118FA0}" type="parTrans" cxnId="{5CFF3E6F-A9CE-42FD-A4A6-9C81B5095F0D}">
      <dgm:prSet/>
      <dgm:spPr/>
      <dgm:t>
        <a:bodyPr/>
        <a:lstStyle/>
        <a:p>
          <a:endParaRPr lang="en-US"/>
        </a:p>
      </dgm:t>
    </dgm:pt>
    <dgm:pt modelId="{66E1B4E7-E2A7-4D98-BA75-BACF11FBAA4A}" type="sibTrans" cxnId="{5CFF3E6F-A9CE-42FD-A4A6-9C81B5095F0D}">
      <dgm:prSet/>
      <dgm:spPr/>
      <dgm:t>
        <a:bodyPr/>
        <a:lstStyle/>
        <a:p>
          <a:endParaRPr lang="en-US"/>
        </a:p>
      </dgm:t>
    </dgm:pt>
    <dgm:pt modelId="{421C96A8-B47C-49AD-A136-A6AB213F4E82}">
      <dgm:prSet/>
      <dgm:spPr/>
      <dgm:t>
        <a:bodyPr/>
        <a:lstStyle/>
        <a:p>
          <a:r>
            <a:rPr lang="pt-BR"/>
            <a:t>O que ela mostra em um gráfico?</a:t>
          </a:r>
          <a:endParaRPr lang="en-US"/>
        </a:p>
      </dgm:t>
    </dgm:pt>
    <dgm:pt modelId="{9C543525-0006-4881-81D1-017E819E00BA}" type="parTrans" cxnId="{ADAED647-1942-4500-9B99-AB6BB52AC3A0}">
      <dgm:prSet/>
      <dgm:spPr/>
      <dgm:t>
        <a:bodyPr/>
        <a:lstStyle/>
        <a:p>
          <a:endParaRPr lang="en-US"/>
        </a:p>
      </dgm:t>
    </dgm:pt>
    <dgm:pt modelId="{60A5A2F6-8D7E-4235-9723-B892EA316FFD}" type="sibTrans" cxnId="{ADAED647-1942-4500-9B99-AB6BB52AC3A0}">
      <dgm:prSet/>
      <dgm:spPr/>
      <dgm:t>
        <a:bodyPr/>
        <a:lstStyle/>
        <a:p>
          <a:endParaRPr lang="en-US"/>
        </a:p>
      </dgm:t>
    </dgm:pt>
    <dgm:pt modelId="{A27BA1B3-CD61-4B78-8436-D27529E96076}">
      <dgm:prSet/>
      <dgm:spPr/>
      <dgm:t>
        <a:bodyPr/>
        <a:lstStyle/>
        <a:p>
          <a:r>
            <a:rPr lang="pt-BR"/>
            <a:t>Como generalizar essa função?</a:t>
          </a:r>
          <a:endParaRPr lang="en-US"/>
        </a:p>
      </dgm:t>
    </dgm:pt>
    <dgm:pt modelId="{4F5DCD5E-4822-479A-8CDE-98855FC3E99A}" type="parTrans" cxnId="{245E2A9D-C4AE-4151-A360-80D7033ADEC3}">
      <dgm:prSet/>
      <dgm:spPr/>
      <dgm:t>
        <a:bodyPr/>
        <a:lstStyle/>
        <a:p>
          <a:endParaRPr lang="en-US"/>
        </a:p>
      </dgm:t>
    </dgm:pt>
    <dgm:pt modelId="{27380D36-C77A-430A-85F3-73A6539F4E7D}" type="sibTrans" cxnId="{245E2A9D-C4AE-4151-A360-80D7033ADEC3}">
      <dgm:prSet/>
      <dgm:spPr/>
      <dgm:t>
        <a:bodyPr/>
        <a:lstStyle/>
        <a:p>
          <a:endParaRPr lang="en-US"/>
        </a:p>
      </dgm:t>
    </dgm:pt>
    <dgm:pt modelId="{F4DCFEF5-49BA-49A1-9F26-DA0E9C2A491F}">
      <dgm:prSet/>
      <dgm:spPr/>
      <dgm:t>
        <a:bodyPr/>
        <a:lstStyle/>
        <a:p>
          <a:r>
            <a:rPr lang="pt-BR"/>
            <a:t>Como construir um algoritmo que represente essa generalização em linguagem Python/Java/C++?</a:t>
          </a:r>
          <a:endParaRPr lang="en-US"/>
        </a:p>
      </dgm:t>
    </dgm:pt>
    <dgm:pt modelId="{B1117354-18C9-4B5B-95A1-BD9A5954AC83}" type="parTrans" cxnId="{C23B3137-2DC9-4223-B167-A283327145DF}">
      <dgm:prSet/>
      <dgm:spPr/>
      <dgm:t>
        <a:bodyPr/>
        <a:lstStyle/>
        <a:p>
          <a:endParaRPr lang="en-US"/>
        </a:p>
      </dgm:t>
    </dgm:pt>
    <dgm:pt modelId="{4ABA54E5-32EC-45FE-A749-B25D4DB83158}" type="sibTrans" cxnId="{C23B3137-2DC9-4223-B167-A283327145DF}">
      <dgm:prSet/>
      <dgm:spPr/>
      <dgm:t>
        <a:bodyPr/>
        <a:lstStyle/>
        <a:p>
          <a:endParaRPr lang="en-US"/>
        </a:p>
      </dgm:t>
    </dgm:pt>
    <dgm:pt modelId="{FB798214-8363-46CE-A2BC-691F1D0A9DA4}" type="pres">
      <dgm:prSet presAssocID="{EDB05DB4-71C3-4D92-8EEC-5662F24BB110}" presName="linear" presStyleCnt="0">
        <dgm:presLayoutVars>
          <dgm:animLvl val="lvl"/>
          <dgm:resizeHandles val="exact"/>
        </dgm:presLayoutVars>
      </dgm:prSet>
      <dgm:spPr/>
    </dgm:pt>
    <dgm:pt modelId="{B46D7A1D-A141-4F30-8162-2D98E07787AB}" type="pres">
      <dgm:prSet presAssocID="{F318BE68-8C52-4439-9B29-C3281520BAB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30D0E3A-E9A9-439A-86F4-938A7B688A89}" type="pres">
      <dgm:prSet presAssocID="{66E1B4E7-E2A7-4D98-BA75-BACF11FBAA4A}" presName="spacer" presStyleCnt="0"/>
      <dgm:spPr/>
    </dgm:pt>
    <dgm:pt modelId="{2A58A354-6DBF-47E9-8C92-84B52A05CD2F}" type="pres">
      <dgm:prSet presAssocID="{421C96A8-B47C-49AD-A136-A6AB213F4E8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150D572-ABB6-4BA3-9774-1BBC64B578C2}" type="pres">
      <dgm:prSet presAssocID="{60A5A2F6-8D7E-4235-9723-B892EA316FFD}" presName="spacer" presStyleCnt="0"/>
      <dgm:spPr/>
    </dgm:pt>
    <dgm:pt modelId="{ADA9E743-B8E6-498D-9187-AAC9D4449E09}" type="pres">
      <dgm:prSet presAssocID="{A27BA1B3-CD61-4B78-8436-D27529E9607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728A7B4-AE9A-45B7-878B-0FDDE76655E2}" type="pres">
      <dgm:prSet presAssocID="{27380D36-C77A-430A-85F3-73A6539F4E7D}" presName="spacer" presStyleCnt="0"/>
      <dgm:spPr/>
    </dgm:pt>
    <dgm:pt modelId="{0ED91A21-6F00-401D-A416-0333DF3C5240}" type="pres">
      <dgm:prSet presAssocID="{F4DCFEF5-49BA-49A1-9F26-DA0E9C2A491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F13B229-F224-4DD7-BF85-75AB19EBB874}" type="presOf" srcId="{EDB05DB4-71C3-4D92-8EEC-5662F24BB110}" destId="{FB798214-8363-46CE-A2BC-691F1D0A9DA4}" srcOrd="0" destOrd="0" presId="urn:microsoft.com/office/officeart/2005/8/layout/vList2"/>
    <dgm:cxn modelId="{C23B3137-2DC9-4223-B167-A283327145DF}" srcId="{EDB05DB4-71C3-4D92-8EEC-5662F24BB110}" destId="{F4DCFEF5-49BA-49A1-9F26-DA0E9C2A491F}" srcOrd="3" destOrd="0" parTransId="{B1117354-18C9-4B5B-95A1-BD9A5954AC83}" sibTransId="{4ABA54E5-32EC-45FE-A749-B25D4DB83158}"/>
    <dgm:cxn modelId="{55BD3842-7A17-4290-9C24-A1EB0426DC7A}" type="presOf" srcId="{A27BA1B3-CD61-4B78-8436-D27529E96076}" destId="{ADA9E743-B8E6-498D-9187-AAC9D4449E09}" srcOrd="0" destOrd="0" presId="urn:microsoft.com/office/officeart/2005/8/layout/vList2"/>
    <dgm:cxn modelId="{ADAED647-1942-4500-9B99-AB6BB52AC3A0}" srcId="{EDB05DB4-71C3-4D92-8EEC-5662F24BB110}" destId="{421C96A8-B47C-49AD-A136-A6AB213F4E82}" srcOrd="1" destOrd="0" parTransId="{9C543525-0006-4881-81D1-017E819E00BA}" sibTransId="{60A5A2F6-8D7E-4235-9723-B892EA316FFD}"/>
    <dgm:cxn modelId="{709FCA4A-78C1-4472-9B70-C56298C26B24}" type="presOf" srcId="{F318BE68-8C52-4439-9B29-C3281520BABC}" destId="{B46D7A1D-A141-4F30-8162-2D98E07787AB}" srcOrd="0" destOrd="0" presId="urn:microsoft.com/office/officeart/2005/8/layout/vList2"/>
    <dgm:cxn modelId="{5CFF3E6F-A9CE-42FD-A4A6-9C81B5095F0D}" srcId="{EDB05DB4-71C3-4D92-8EEC-5662F24BB110}" destId="{F318BE68-8C52-4439-9B29-C3281520BABC}" srcOrd="0" destOrd="0" parTransId="{51CFA4FF-2F35-4331-AE10-505CEB118FA0}" sibTransId="{66E1B4E7-E2A7-4D98-BA75-BACF11FBAA4A}"/>
    <dgm:cxn modelId="{7BA4E351-C2A7-41EF-8663-6120AA8C2A83}" type="presOf" srcId="{F4DCFEF5-49BA-49A1-9F26-DA0E9C2A491F}" destId="{0ED91A21-6F00-401D-A416-0333DF3C5240}" srcOrd="0" destOrd="0" presId="urn:microsoft.com/office/officeart/2005/8/layout/vList2"/>
    <dgm:cxn modelId="{245E2A9D-C4AE-4151-A360-80D7033ADEC3}" srcId="{EDB05DB4-71C3-4D92-8EEC-5662F24BB110}" destId="{A27BA1B3-CD61-4B78-8436-D27529E96076}" srcOrd="2" destOrd="0" parTransId="{4F5DCD5E-4822-479A-8CDE-98855FC3E99A}" sibTransId="{27380D36-C77A-430A-85F3-73A6539F4E7D}"/>
    <dgm:cxn modelId="{44AAE3D6-C498-4443-BEF1-88C4430A67F0}" type="presOf" srcId="{421C96A8-B47C-49AD-A136-A6AB213F4E82}" destId="{2A58A354-6DBF-47E9-8C92-84B52A05CD2F}" srcOrd="0" destOrd="0" presId="urn:microsoft.com/office/officeart/2005/8/layout/vList2"/>
    <dgm:cxn modelId="{670AA61D-ADBA-4CC2-A2C0-EE934A7F8A6B}" type="presParOf" srcId="{FB798214-8363-46CE-A2BC-691F1D0A9DA4}" destId="{B46D7A1D-A141-4F30-8162-2D98E07787AB}" srcOrd="0" destOrd="0" presId="urn:microsoft.com/office/officeart/2005/8/layout/vList2"/>
    <dgm:cxn modelId="{944EE8C2-BD2E-4314-9485-76C78BEC89A8}" type="presParOf" srcId="{FB798214-8363-46CE-A2BC-691F1D0A9DA4}" destId="{230D0E3A-E9A9-439A-86F4-938A7B688A89}" srcOrd="1" destOrd="0" presId="urn:microsoft.com/office/officeart/2005/8/layout/vList2"/>
    <dgm:cxn modelId="{37E59300-F53A-4F91-9B57-CF56A1029FCD}" type="presParOf" srcId="{FB798214-8363-46CE-A2BC-691F1D0A9DA4}" destId="{2A58A354-6DBF-47E9-8C92-84B52A05CD2F}" srcOrd="2" destOrd="0" presId="urn:microsoft.com/office/officeart/2005/8/layout/vList2"/>
    <dgm:cxn modelId="{BA6D9649-8359-49F6-B77D-2DCB30ED3C50}" type="presParOf" srcId="{FB798214-8363-46CE-A2BC-691F1D0A9DA4}" destId="{7150D572-ABB6-4BA3-9774-1BBC64B578C2}" srcOrd="3" destOrd="0" presId="urn:microsoft.com/office/officeart/2005/8/layout/vList2"/>
    <dgm:cxn modelId="{274E7CD3-6F52-450D-BC18-068349EF1071}" type="presParOf" srcId="{FB798214-8363-46CE-A2BC-691F1D0A9DA4}" destId="{ADA9E743-B8E6-498D-9187-AAC9D4449E09}" srcOrd="4" destOrd="0" presId="urn:microsoft.com/office/officeart/2005/8/layout/vList2"/>
    <dgm:cxn modelId="{4DD20C99-699C-4D2B-9539-A6E8DC4E49BD}" type="presParOf" srcId="{FB798214-8363-46CE-A2BC-691F1D0A9DA4}" destId="{A728A7B4-AE9A-45B7-878B-0FDDE76655E2}" srcOrd="5" destOrd="0" presId="urn:microsoft.com/office/officeart/2005/8/layout/vList2"/>
    <dgm:cxn modelId="{2DAE4D78-BECF-4237-B143-3A6833A75CDE}" type="presParOf" srcId="{FB798214-8363-46CE-A2BC-691F1D0A9DA4}" destId="{0ED91A21-6F00-401D-A416-0333DF3C524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A57EBD-1AF9-4FF0-BB6C-1B4AD56D2E1C}">
      <dsp:nvSpPr>
        <dsp:cNvPr id="0" name=""/>
        <dsp:cNvSpPr/>
      </dsp:nvSpPr>
      <dsp:spPr>
        <a:xfrm>
          <a:off x="9534" y="701459"/>
          <a:ext cx="789960" cy="7899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BCF509-08DF-4375-B880-652EB71D14CC}">
      <dsp:nvSpPr>
        <dsp:cNvPr id="0" name=""/>
        <dsp:cNvSpPr/>
      </dsp:nvSpPr>
      <dsp:spPr>
        <a:xfrm>
          <a:off x="9534" y="1617467"/>
          <a:ext cx="2257031" cy="338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600" b="1" kern="1200"/>
            <a:t>Planejamento de rotas:</a:t>
          </a:r>
          <a:r>
            <a:rPr lang="pt-BR" sz="1600" kern="1200"/>
            <a:t> </a:t>
          </a:r>
          <a:endParaRPr lang="en-US" sz="1600" kern="1200"/>
        </a:p>
      </dsp:txBody>
      <dsp:txXfrm>
        <a:off x="9534" y="1617467"/>
        <a:ext cx="2257031" cy="338554"/>
      </dsp:txXfrm>
    </dsp:sp>
    <dsp:sp modelId="{69D39D94-8648-4830-BED0-C4A6F30C2B67}">
      <dsp:nvSpPr>
        <dsp:cNvPr id="0" name=""/>
        <dsp:cNvSpPr/>
      </dsp:nvSpPr>
      <dsp:spPr>
        <a:xfrm>
          <a:off x="9534" y="2014649"/>
          <a:ext cx="2257031" cy="1618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Ao usar um aplicativo de GPS, você está otimizando sua rota para chegar ao destino no menor tempo possível, considerando o trânsito e outras variáveis.</a:t>
          </a:r>
          <a:endParaRPr lang="en-US" sz="1200" kern="120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Entregadores de encomendas otimizam suas rotas para realizar o maior número de entregas no menor tempo possível.</a:t>
          </a:r>
          <a:endParaRPr lang="en-US" sz="1200" kern="1200"/>
        </a:p>
      </dsp:txBody>
      <dsp:txXfrm>
        <a:off x="9534" y="2014649"/>
        <a:ext cx="2257031" cy="1618147"/>
      </dsp:txXfrm>
    </dsp:sp>
    <dsp:sp modelId="{1447AEEF-42E8-448F-90EC-2F2869982206}">
      <dsp:nvSpPr>
        <dsp:cNvPr id="0" name=""/>
        <dsp:cNvSpPr/>
      </dsp:nvSpPr>
      <dsp:spPr>
        <a:xfrm>
          <a:off x="2661546" y="701459"/>
          <a:ext cx="789960" cy="7899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E85DF4-C2E6-475A-A532-C8BB438E7C5C}">
      <dsp:nvSpPr>
        <dsp:cNvPr id="0" name=""/>
        <dsp:cNvSpPr/>
      </dsp:nvSpPr>
      <dsp:spPr>
        <a:xfrm>
          <a:off x="2661546" y="1617467"/>
          <a:ext cx="2257031" cy="338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600" b="1" kern="1200"/>
            <a:t>Gestão de tempo:</a:t>
          </a:r>
          <a:r>
            <a:rPr lang="pt-BR" sz="1600" kern="1200"/>
            <a:t> </a:t>
          </a:r>
          <a:endParaRPr lang="en-US" sz="1600" kern="1200"/>
        </a:p>
      </dsp:txBody>
      <dsp:txXfrm>
        <a:off x="2661546" y="1617467"/>
        <a:ext cx="2257031" cy="338554"/>
      </dsp:txXfrm>
    </dsp:sp>
    <dsp:sp modelId="{E4B0A3DA-2574-4EE5-BBAC-3E02D691EBF8}">
      <dsp:nvSpPr>
        <dsp:cNvPr id="0" name=""/>
        <dsp:cNvSpPr/>
      </dsp:nvSpPr>
      <dsp:spPr>
        <a:xfrm>
          <a:off x="2661546" y="2014649"/>
          <a:ext cx="2257031" cy="1618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Organizar suas tarefas diárias para maximizar a produtividade e minimizar o tempo gasto em cada atividade é um problema de otimização.</a:t>
          </a:r>
          <a:endParaRPr lang="en-US" sz="1200" kern="120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Estudar para provas, onde se tenta distribuir o tempo de estudo entre as matérias para obter o melhor resultado.</a:t>
          </a:r>
          <a:endParaRPr lang="en-US" sz="1200" kern="1200"/>
        </a:p>
      </dsp:txBody>
      <dsp:txXfrm>
        <a:off x="2661546" y="2014649"/>
        <a:ext cx="2257031" cy="1618147"/>
      </dsp:txXfrm>
    </dsp:sp>
    <dsp:sp modelId="{F34811D6-EE15-4C95-9FA2-CBDAC0AE824D}">
      <dsp:nvSpPr>
        <dsp:cNvPr id="0" name=""/>
        <dsp:cNvSpPr/>
      </dsp:nvSpPr>
      <dsp:spPr>
        <a:xfrm>
          <a:off x="5313558" y="701459"/>
          <a:ext cx="789960" cy="7899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316ECB-F159-493D-A74B-1FED2AF9B898}">
      <dsp:nvSpPr>
        <dsp:cNvPr id="0" name=""/>
        <dsp:cNvSpPr/>
      </dsp:nvSpPr>
      <dsp:spPr>
        <a:xfrm>
          <a:off x="5313558" y="1617467"/>
          <a:ext cx="2257031" cy="338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600" b="1" kern="1200"/>
            <a:t>Compras:</a:t>
          </a:r>
          <a:r>
            <a:rPr lang="pt-BR" sz="1600" kern="1200"/>
            <a:t> </a:t>
          </a:r>
          <a:endParaRPr lang="en-US" sz="1600" kern="1200"/>
        </a:p>
      </dsp:txBody>
      <dsp:txXfrm>
        <a:off x="5313558" y="1617467"/>
        <a:ext cx="2257031" cy="338554"/>
      </dsp:txXfrm>
    </dsp:sp>
    <dsp:sp modelId="{AD1F4B1B-A0AA-4B2A-8331-DF2F73DCC1D2}">
      <dsp:nvSpPr>
        <dsp:cNvPr id="0" name=""/>
        <dsp:cNvSpPr/>
      </dsp:nvSpPr>
      <dsp:spPr>
        <a:xfrm>
          <a:off x="5313558" y="2014649"/>
          <a:ext cx="2257031" cy="1618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Comparar preços e promoções em diferentes supermercados para minimizar o custo das compras é um problema de otimização.</a:t>
          </a:r>
          <a:endParaRPr lang="en-US" sz="1200" kern="120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Ao escolher um plano de celular, onde se tenta maximizar os benefícios pelo menor custo.</a:t>
          </a:r>
          <a:endParaRPr lang="en-US" sz="1200" kern="1200"/>
        </a:p>
      </dsp:txBody>
      <dsp:txXfrm>
        <a:off x="5313558" y="2014649"/>
        <a:ext cx="2257031" cy="1618147"/>
      </dsp:txXfrm>
    </dsp:sp>
    <dsp:sp modelId="{A76AA6AA-03F1-43E1-8B30-A7ABA5582F26}">
      <dsp:nvSpPr>
        <dsp:cNvPr id="0" name=""/>
        <dsp:cNvSpPr/>
      </dsp:nvSpPr>
      <dsp:spPr>
        <a:xfrm>
          <a:off x="7965569" y="701459"/>
          <a:ext cx="789960" cy="7899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D68878-44E4-4BE9-82C2-7882CA6998A5}">
      <dsp:nvSpPr>
        <dsp:cNvPr id="0" name=""/>
        <dsp:cNvSpPr/>
      </dsp:nvSpPr>
      <dsp:spPr>
        <a:xfrm>
          <a:off x="7965569" y="1617467"/>
          <a:ext cx="2257031" cy="338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600" b="1" kern="1200"/>
            <a:t>Alimentação:</a:t>
          </a:r>
          <a:r>
            <a:rPr lang="pt-BR" sz="1600" kern="1200"/>
            <a:t> </a:t>
          </a:r>
          <a:endParaRPr lang="en-US" sz="1600" kern="1200"/>
        </a:p>
      </dsp:txBody>
      <dsp:txXfrm>
        <a:off x="7965569" y="1617467"/>
        <a:ext cx="2257031" cy="338554"/>
      </dsp:txXfrm>
    </dsp:sp>
    <dsp:sp modelId="{4CF3CBCF-1CF4-4D86-B96B-4B3386FF77E0}">
      <dsp:nvSpPr>
        <dsp:cNvPr id="0" name=""/>
        <dsp:cNvSpPr/>
      </dsp:nvSpPr>
      <dsp:spPr>
        <a:xfrm>
          <a:off x="7965569" y="2014649"/>
          <a:ext cx="2257031" cy="1618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Planejar refeições balanceadas para obter a quantidade ideal de nutrientes, com o menor custo possível.</a:t>
          </a:r>
          <a:endParaRPr lang="en-US" sz="1200" kern="1200"/>
        </a:p>
      </dsp:txBody>
      <dsp:txXfrm>
        <a:off x="7965569" y="2014649"/>
        <a:ext cx="2257031" cy="16181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2FBCDA-4048-40B5-AD93-EF62A983AE16}">
      <dsp:nvSpPr>
        <dsp:cNvPr id="0" name=""/>
        <dsp:cNvSpPr/>
      </dsp:nvSpPr>
      <dsp:spPr>
        <a:xfrm>
          <a:off x="6978" y="708621"/>
          <a:ext cx="564046" cy="5640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6BAA88-8BC4-4CAD-ABF5-E39F711F1590}">
      <dsp:nvSpPr>
        <dsp:cNvPr id="0" name=""/>
        <dsp:cNvSpPr/>
      </dsp:nvSpPr>
      <dsp:spPr>
        <a:xfrm>
          <a:off x="6978" y="1390506"/>
          <a:ext cx="1611562" cy="241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400" b="1" kern="1200"/>
            <a:t>Logística:</a:t>
          </a:r>
          <a:r>
            <a:rPr lang="pt-BR" sz="1400" kern="1200"/>
            <a:t> </a:t>
          </a:r>
          <a:endParaRPr lang="en-US" sz="1400" kern="1200"/>
        </a:p>
      </dsp:txBody>
      <dsp:txXfrm>
        <a:off x="6978" y="1390506"/>
        <a:ext cx="1611562" cy="241734"/>
      </dsp:txXfrm>
    </dsp:sp>
    <dsp:sp modelId="{5F03A916-150F-4E0D-A5B1-5F77CF5D2951}">
      <dsp:nvSpPr>
        <dsp:cNvPr id="0" name=""/>
        <dsp:cNvSpPr/>
      </dsp:nvSpPr>
      <dsp:spPr>
        <a:xfrm>
          <a:off x="6978" y="1687049"/>
          <a:ext cx="1611562" cy="1761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Otimizar a distribuição de produtos em uma cadeia de suprimentos para minimizar os custos de transporte e armazenamento.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Otimizar o roteamento de veículos para realizar entregas com a máxima eficiência.</a:t>
          </a:r>
          <a:endParaRPr lang="en-US" sz="1100" kern="1200"/>
        </a:p>
      </dsp:txBody>
      <dsp:txXfrm>
        <a:off x="6978" y="1687049"/>
        <a:ext cx="1611562" cy="1761992"/>
      </dsp:txXfrm>
    </dsp:sp>
    <dsp:sp modelId="{52C2ACE0-E80C-45E4-9E98-DF5FC6F58AFF}">
      <dsp:nvSpPr>
        <dsp:cNvPr id="0" name=""/>
        <dsp:cNvSpPr/>
      </dsp:nvSpPr>
      <dsp:spPr>
        <a:xfrm>
          <a:off x="1900564" y="708621"/>
          <a:ext cx="564046" cy="5640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EAE393-2D7F-43B2-A30D-B74237BF0DD8}">
      <dsp:nvSpPr>
        <dsp:cNvPr id="0" name=""/>
        <dsp:cNvSpPr/>
      </dsp:nvSpPr>
      <dsp:spPr>
        <a:xfrm>
          <a:off x="1900564" y="1390506"/>
          <a:ext cx="1611562" cy="241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400" b="1" kern="1200"/>
            <a:t>Indústria:</a:t>
          </a:r>
          <a:r>
            <a:rPr lang="pt-BR" sz="1400" kern="1200"/>
            <a:t> </a:t>
          </a:r>
          <a:endParaRPr lang="en-US" sz="1400" kern="1200"/>
        </a:p>
      </dsp:txBody>
      <dsp:txXfrm>
        <a:off x="1900564" y="1390506"/>
        <a:ext cx="1611562" cy="241734"/>
      </dsp:txXfrm>
    </dsp:sp>
    <dsp:sp modelId="{DA0BFBE8-A9E2-4A36-B14A-0B62A9962ABD}">
      <dsp:nvSpPr>
        <dsp:cNvPr id="0" name=""/>
        <dsp:cNvSpPr/>
      </dsp:nvSpPr>
      <dsp:spPr>
        <a:xfrm>
          <a:off x="1900564" y="1687049"/>
          <a:ext cx="1611562" cy="1761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Otimizar a produção em uma fábrica para maximizar a produção e minimizar os custos de matéria-prima e energia.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Otimizar o design de produtos para melhorar o desempenho e reduzir o custo de fabricação.</a:t>
          </a:r>
          <a:endParaRPr lang="en-US" sz="1100" kern="1200"/>
        </a:p>
      </dsp:txBody>
      <dsp:txXfrm>
        <a:off x="1900564" y="1687049"/>
        <a:ext cx="1611562" cy="1761992"/>
      </dsp:txXfrm>
    </dsp:sp>
    <dsp:sp modelId="{08A63BBE-476F-40F3-BB13-9260C3FF7D91}">
      <dsp:nvSpPr>
        <dsp:cNvPr id="0" name=""/>
        <dsp:cNvSpPr/>
      </dsp:nvSpPr>
      <dsp:spPr>
        <a:xfrm>
          <a:off x="3794150" y="708621"/>
          <a:ext cx="564046" cy="56404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5885C7-93EA-430A-B1C5-A9A7CEF99E5F}">
      <dsp:nvSpPr>
        <dsp:cNvPr id="0" name=""/>
        <dsp:cNvSpPr/>
      </dsp:nvSpPr>
      <dsp:spPr>
        <a:xfrm>
          <a:off x="3794150" y="1390506"/>
          <a:ext cx="1611562" cy="241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400" b="1" kern="1200"/>
            <a:t>Finanças:</a:t>
          </a:r>
          <a:r>
            <a:rPr lang="pt-BR" sz="1400" kern="1200"/>
            <a:t> </a:t>
          </a:r>
          <a:endParaRPr lang="en-US" sz="1400" kern="1200"/>
        </a:p>
      </dsp:txBody>
      <dsp:txXfrm>
        <a:off x="3794150" y="1390506"/>
        <a:ext cx="1611562" cy="241734"/>
      </dsp:txXfrm>
    </dsp:sp>
    <dsp:sp modelId="{018151C0-15A4-469C-A170-7BA09849079F}">
      <dsp:nvSpPr>
        <dsp:cNvPr id="0" name=""/>
        <dsp:cNvSpPr/>
      </dsp:nvSpPr>
      <dsp:spPr>
        <a:xfrm>
          <a:off x="3794150" y="1687049"/>
          <a:ext cx="1611562" cy="1761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Otimizar a alocação de investimentos em uma carteira para maximizar o retorno e minimizar o risco.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Otimizar a gestão de estoques para minimizar os custos de armazenamento e evitar a falta de produtos.</a:t>
          </a:r>
          <a:endParaRPr lang="en-US" sz="1100" kern="1200"/>
        </a:p>
      </dsp:txBody>
      <dsp:txXfrm>
        <a:off x="3794150" y="1687049"/>
        <a:ext cx="1611562" cy="1761992"/>
      </dsp:txXfrm>
    </dsp:sp>
    <dsp:sp modelId="{561CC07D-486E-44D3-B907-FC27D26B3469}">
      <dsp:nvSpPr>
        <dsp:cNvPr id="0" name=""/>
        <dsp:cNvSpPr/>
      </dsp:nvSpPr>
      <dsp:spPr>
        <a:xfrm>
          <a:off x="5687736" y="708621"/>
          <a:ext cx="564046" cy="56404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614208-30A2-4C03-8F87-4642E2F30F88}">
      <dsp:nvSpPr>
        <dsp:cNvPr id="0" name=""/>
        <dsp:cNvSpPr/>
      </dsp:nvSpPr>
      <dsp:spPr>
        <a:xfrm>
          <a:off x="5687736" y="1390506"/>
          <a:ext cx="1611562" cy="241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400" b="1" kern="1200"/>
            <a:t>Energia:</a:t>
          </a:r>
          <a:r>
            <a:rPr lang="pt-BR" sz="1400" kern="1200"/>
            <a:t> </a:t>
          </a:r>
          <a:endParaRPr lang="en-US" sz="1400" kern="1200"/>
        </a:p>
      </dsp:txBody>
      <dsp:txXfrm>
        <a:off x="5687736" y="1390506"/>
        <a:ext cx="1611562" cy="241734"/>
      </dsp:txXfrm>
    </dsp:sp>
    <dsp:sp modelId="{22B242DE-3AD4-4123-A73E-525B7788657D}">
      <dsp:nvSpPr>
        <dsp:cNvPr id="0" name=""/>
        <dsp:cNvSpPr/>
      </dsp:nvSpPr>
      <dsp:spPr>
        <a:xfrm>
          <a:off x="5687736" y="1687049"/>
          <a:ext cx="1611562" cy="1761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Otimizar a geração e distribuição de energia elétrica para minimizar os custos e o impacto ambiental.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Otimizar o design de turbinas eólicas e painéis solares para maximizar a eficiência.</a:t>
          </a:r>
          <a:endParaRPr lang="en-US" sz="1100" kern="1200"/>
        </a:p>
      </dsp:txBody>
      <dsp:txXfrm>
        <a:off x="5687736" y="1687049"/>
        <a:ext cx="1611562" cy="1761992"/>
      </dsp:txXfrm>
    </dsp:sp>
    <dsp:sp modelId="{FF7B2435-14F3-4E8B-8BD6-1F5C866B2649}">
      <dsp:nvSpPr>
        <dsp:cNvPr id="0" name=""/>
        <dsp:cNvSpPr/>
      </dsp:nvSpPr>
      <dsp:spPr>
        <a:xfrm>
          <a:off x="7581322" y="708621"/>
          <a:ext cx="564046" cy="56404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341093-6C6B-477F-8B3D-5998782651A6}">
      <dsp:nvSpPr>
        <dsp:cNvPr id="0" name=""/>
        <dsp:cNvSpPr/>
      </dsp:nvSpPr>
      <dsp:spPr>
        <a:xfrm>
          <a:off x="7581322" y="1390506"/>
          <a:ext cx="1611562" cy="241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400" b="1" kern="1200"/>
            <a:t>Saúde:</a:t>
          </a:r>
          <a:r>
            <a:rPr lang="pt-BR" sz="1400" kern="1200"/>
            <a:t> </a:t>
          </a:r>
          <a:endParaRPr lang="en-US" sz="1400" kern="1200"/>
        </a:p>
      </dsp:txBody>
      <dsp:txXfrm>
        <a:off x="7581322" y="1390506"/>
        <a:ext cx="1611562" cy="241734"/>
      </dsp:txXfrm>
    </dsp:sp>
    <dsp:sp modelId="{35AE5755-0456-4D86-8826-32465D34608C}">
      <dsp:nvSpPr>
        <dsp:cNvPr id="0" name=""/>
        <dsp:cNvSpPr/>
      </dsp:nvSpPr>
      <dsp:spPr>
        <a:xfrm>
          <a:off x="7581322" y="1687049"/>
          <a:ext cx="1611562" cy="1761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Otimizar o planejamento de cirurgias em um hospital para minimizar o tempo de espera e maximizar a utilização dos recursos.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Otimizar a dosagem de medicamentos para maximizar a eficácia e minimizar os efeitos colaterais.</a:t>
          </a:r>
          <a:endParaRPr lang="en-US" sz="1100" kern="1200"/>
        </a:p>
      </dsp:txBody>
      <dsp:txXfrm>
        <a:off x="7581322" y="1687049"/>
        <a:ext cx="1611562" cy="1761992"/>
      </dsp:txXfrm>
    </dsp:sp>
    <dsp:sp modelId="{9F5E218E-D804-49FF-BAC8-9F1A3E2B0669}">
      <dsp:nvSpPr>
        <dsp:cNvPr id="0" name=""/>
        <dsp:cNvSpPr/>
      </dsp:nvSpPr>
      <dsp:spPr>
        <a:xfrm>
          <a:off x="9474908" y="708621"/>
          <a:ext cx="564046" cy="56404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CD2514-B019-41F7-8458-2F71515CD3A2}">
      <dsp:nvSpPr>
        <dsp:cNvPr id="0" name=""/>
        <dsp:cNvSpPr/>
      </dsp:nvSpPr>
      <dsp:spPr>
        <a:xfrm>
          <a:off x="9474908" y="1390506"/>
          <a:ext cx="1611562" cy="241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400" b="1" kern="1200"/>
            <a:t>Telecomunicações:</a:t>
          </a:r>
          <a:r>
            <a:rPr lang="pt-BR" sz="1400" kern="1200"/>
            <a:t> </a:t>
          </a:r>
          <a:endParaRPr lang="en-US" sz="1400" kern="1200"/>
        </a:p>
      </dsp:txBody>
      <dsp:txXfrm>
        <a:off x="9474908" y="1390506"/>
        <a:ext cx="1611562" cy="241734"/>
      </dsp:txXfrm>
    </dsp:sp>
    <dsp:sp modelId="{A246BB27-53DD-4504-9936-976746F2962E}">
      <dsp:nvSpPr>
        <dsp:cNvPr id="0" name=""/>
        <dsp:cNvSpPr/>
      </dsp:nvSpPr>
      <dsp:spPr>
        <a:xfrm>
          <a:off x="9474908" y="1687049"/>
          <a:ext cx="1611562" cy="1761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Otimizar o roteamento de dados em uma rede de telecomunicações para minimizar o tempo de latência e maximizar a largura de banda.</a:t>
          </a:r>
          <a:endParaRPr lang="en-US" sz="1100" kern="1200"/>
        </a:p>
      </dsp:txBody>
      <dsp:txXfrm>
        <a:off x="9474908" y="1687049"/>
        <a:ext cx="1611562" cy="17619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205A0A-C06E-4EAE-8B83-20197A5FFE3B}">
      <dsp:nvSpPr>
        <dsp:cNvPr id="0" name=""/>
        <dsp:cNvSpPr/>
      </dsp:nvSpPr>
      <dsp:spPr>
        <a:xfrm>
          <a:off x="0" y="640"/>
          <a:ext cx="6589260" cy="14979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054446-87FD-4FF8-B76C-59739F8ED6D0}">
      <dsp:nvSpPr>
        <dsp:cNvPr id="0" name=""/>
        <dsp:cNvSpPr/>
      </dsp:nvSpPr>
      <dsp:spPr>
        <a:xfrm>
          <a:off x="453120" y="337671"/>
          <a:ext cx="823854" cy="8238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FF2955-5F45-44A5-9092-515477ECB65A}">
      <dsp:nvSpPr>
        <dsp:cNvPr id="0" name=""/>
        <dsp:cNvSpPr/>
      </dsp:nvSpPr>
      <dsp:spPr>
        <a:xfrm>
          <a:off x="1730095" y="640"/>
          <a:ext cx="4859164" cy="1497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530" tIns="158530" rIns="158530" bIns="15853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Relevância da otimização para o mercado de trabalho e pesquisa.</a:t>
          </a:r>
          <a:endParaRPr lang="en-US" sz="2400" kern="1200"/>
        </a:p>
      </dsp:txBody>
      <dsp:txXfrm>
        <a:off x="1730095" y="640"/>
        <a:ext cx="4859164" cy="1497917"/>
      </dsp:txXfrm>
    </dsp:sp>
    <dsp:sp modelId="{900AF866-933A-439B-B611-80C98D3348B1}">
      <dsp:nvSpPr>
        <dsp:cNvPr id="0" name=""/>
        <dsp:cNvSpPr/>
      </dsp:nvSpPr>
      <dsp:spPr>
        <a:xfrm>
          <a:off x="0" y="1873037"/>
          <a:ext cx="6589260" cy="14979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8209FC-151D-49AB-8F32-E2A93E992205}">
      <dsp:nvSpPr>
        <dsp:cNvPr id="0" name=""/>
        <dsp:cNvSpPr/>
      </dsp:nvSpPr>
      <dsp:spPr>
        <a:xfrm>
          <a:off x="453120" y="2210069"/>
          <a:ext cx="823854" cy="8238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0AD5F1-60D2-4690-A61E-9D2DFB5723E2}">
      <dsp:nvSpPr>
        <dsp:cNvPr id="0" name=""/>
        <dsp:cNvSpPr/>
      </dsp:nvSpPr>
      <dsp:spPr>
        <a:xfrm>
          <a:off x="1730095" y="1873037"/>
          <a:ext cx="4859164" cy="1497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530" tIns="158530" rIns="158530" bIns="15853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Desenvolvimento de habilidades de modelagem, resolução de problemas e programação.</a:t>
          </a:r>
          <a:endParaRPr lang="en-US" sz="2400" kern="1200"/>
        </a:p>
      </dsp:txBody>
      <dsp:txXfrm>
        <a:off x="1730095" y="1873037"/>
        <a:ext cx="4859164" cy="1497917"/>
      </dsp:txXfrm>
    </dsp:sp>
    <dsp:sp modelId="{F3690619-4A84-4343-B42E-C41A90CEC2BB}">
      <dsp:nvSpPr>
        <dsp:cNvPr id="0" name=""/>
        <dsp:cNvSpPr/>
      </dsp:nvSpPr>
      <dsp:spPr>
        <a:xfrm>
          <a:off x="0" y="3745434"/>
          <a:ext cx="6589260" cy="14979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2E2425-B73B-4D8C-AD83-F7F4B22CA7EF}">
      <dsp:nvSpPr>
        <dsp:cNvPr id="0" name=""/>
        <dsp:cNvSpPr/>
      </dsp:nvSpPr>
      <dsp:spPr>
        <a:xfrm>
          <a:off x="453120" y="4082466"/>
          <a:ext cx="823854" cy="8238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C518B7-24F0-4EB8-AACF-FD11CA94774E}">
      <dsp:nvSpPr>
        <dsp:cNvPr id="0" name=""/>
        <dsp:cNvSpPr/>
      </dsp:nvSpPr>
      <dsp:spPr>
        <a:xfrm>
          <a:off x="1730095" y="3745434"/>
          <a:ext cx="4859164" cy="1497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530" tIns="158530" rIns="158530" bIns="15853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Aplicações práticas em projetos e trabalhos futuros.</a:t>
          </a:r>
          <a:endParaRPr lang="en-US" sz="2400" kern="1200"/>
        </a:p>
      </dsp:txBody>
      <dsp:txXfrm>
        <a:off x="1730095" y="3745434"/>
        <a:ext cx="4859164" cy="149791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64747A-3E2E-428D-BB6B-F39F3C985FEB}">
      <dsp:nvSpPr>
        <dsp:cNvPr id="0" name=""/>
        <dsp:cNvSpPr/>
      </dsp:nvSpPr>
      <dsp:spPr>
        <a:xfrm>
          <a:off x="1124544" y="338017"/>
          <a:ext cx="4654661" cy="4654661"/>
        </a:xfrm>
        <a:prstGeom prst="pie">
          <a:avLst>
            <a:gd name="adj1" fmla="val 16200000"/>
            <a:gd name="adj2" fmla="val 19285716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/>
            <a:t>Visão geral das unidades da disciplina:</a:t>
          </a:r>
          <a:endParaRPr lang="en-US" sz="1000" kern="1200"/>
        </a:p>
      </dsp:txBody>
      <dsp:txXfrm>
        <a:off x="3569904" y="770235"/>
        <a:ext cx="1108252" cy="886602"/>
      </dsp:txXfrm>
    </dsp:sp>
    <dsp:sp modelId="{124C2F93-6704-47B2-96D3-1F8F99545D63}">
      <dsp:nvSpPr>
        <dsp:cNvPr id="0" name=""/>
        <dsp:cNvSpPr/>
      </dsp:nvSpPr>
      <dsp:spPr>
        <a:xfrm>
          <a:off x="1184390" y="412824"/>
          <a:ext cx="4654661" cy="4654661"/>
        </a:xfrm>
        <a:prstGeom prst="pie">
          <a:avLst>
            <a:gd name="adj1" fmla="val 19285716"/>
            <a:gd name="adj2" fmla="val 771428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/>
            <a:t>Unidade 1: Modelagem de problemas e programação linear.</a:t>
          </a:r>
          <a:endParaRPr lang="en-US" sz="1000" kern="1200"/>
        </a:p>
      </dsp:txBody>
      <dsp:txXfrm>
        <a:off x="4345681" y="2100139"/>
        <a:ext cx="1274490" cy="775776"/>
      </dsp:txXfrm>
    </dsp:sp>
    <dsp:sp modelId="{732307A1-E3E2-4A66-8A9D-F983BF30E104}">
      <dsp:nvSpPr>
        <dsp:cNvPr id="0" name=""/>
        <dsp:cNvSpPr/>
      </dsp:nvSpPr>
      <dsp:spPr>
        <a:xfrm>
          <a:off x="1162779" y="507025"/>
          <a:ext cx="4654661" cy="4654661"/>
        </a:xfrm>
        <a:prstGeom prst="pie">
          <a:avLst>
            <a:gd name="adj1" fmla="val 771428"/>
            <a:gd name="adj2" fmla="val 3857143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/>
            <a:t>Unidade 2: Método SIMPLEX.</a:t>
          </a:r>
          <a:endParaRPr lang="en-US" sz="1000" kern="1200"/>
        </a:p>
      </dsp:txBody>
      <dsp:txXfrm>
        <a:off x="4151737" y="3263804"/>
        <a:ext cx="1108252" cy="858895"/>
      </dsp:txXfrm>
    </dsp:sp>
    <dsp:sp modelId="{EAE9BB82-9704-4E12-82AB-3CAC19D5F2BD}">
      <dsp:nvSpPr>
        <dsp:cNvPr id="0" name=""/>
        <dsp:cNvSpPr/>
      </dsp:nvSpPr>
      <dsp:spPr>
        <a:xfrm>
          <a:off x="1076335" y="548585"/>
          <a:ext cx="4654661" cy="4654661"/>
        </a:xfrm>
        <a:prstGeom prst="pie">
          <a:avLst>
            <a:gd name="adj1" fmla="val 3857226"/>
            <a:gd name="adj2" fmla="val 6942858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/>
            <a:t>Unidade 3: Problemas clássicos de otimização combinatória.</a:t>
          </a:r>
          <a:endParaRPr lang="en-US" sz="1000" kern="1200"/>
        </a:p>
      </dsp:txBody>
      <dsp:txXfrm>
        <a:off x="2863393" y="4205819"/>
        <a:ext cx="1080546" cy="775776"/>
      </dsp:txXfrm>
    </dsp:sp>
    <dsp:sp modelId="{94912DC9-655D-4B9A-A722-E92E37A5CFF1}">
      <dsp:nvSpPr>
        <dsp:cNvPr id="0" name=""/>
        <dsp:cNvSpPr/>
      </dsp:nvSpPr>
      <dsp:spPr>
        <a:xfrm>
          <a:off x="989891" y="507025"/>
          <a:ext cx="4654661" cy="4654661"/>
        </a:xfrm>
        <a:prstGeom prst="pie">
          <a:avLst>
            <a:gd name="adj1" fmla="val 6942858"/>
            <a:gd name="adj2" fmla="val 10028574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/>
            <a:t>Unidade 4: Métodos heurísticos e metaheurísticos de otimização.</a:t>
          </a:r>
          <a:endParaRPr lang="en-US" sz="1000" kern="1200"/>
        </a:p>
      </dsp:txBody>
      <dsp:txXfrm>
        <a:off x="1547343" y="3263804"/>
        <a:ext cx="1108252" cy="858895"/>
      </dsp:txXfrm>
    </dsp:sp>
    <dsp:sp modelId="{C518E88A-3B0E-4ECA-BAF1-1F3E8F7F4C17}">
      <dsp:nvSpPr>
        <dsp:cNvPr id="0" name=""/>
        <dsp:cNvSpPr/>
      </dsp:nvSpPr>
      <dsp:spPr>
        <a:xfrm>
          <a:off x="968280" y="412824"/>
          <a:ext cx="4654661" cy="4654661"/>
        </a:xfrm>
        <a:prstGeom prst="pie">
          <a:avLst>
            <a:gd name="adj1" fmla="val 10028574"/>
            <a:gd name="adj2" fmla="val 13114284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/>
            <a:t>Detalhes sobre os tópicos abordados em cada unidade.</a:t>
          </a:r>
          <a:endParaRPr lang="en-US" sz="1000" kern="1200"/>
        </a:p>
      </dsp:txBody>
      <dsp:txXfrm>
        <a:off x="1187160" y="2100139"/>
        <a:ext cx="1274490" cy="775776"/>
      </dsp:txXfrm>
    </dsp:sp>
    <dsp:sp modelId="{141AAD4E-F3FF-460E-9F50-5B23A3FFD2A9}">
      <dsp:nvSpPr>
        <dsp:cNvPr id="0" name=""/>
        <dsp:cNvSpPr/>
      </dsp:nvSpPr>
      <dsp:spPr>
        <a:xfrm>
          <a:off x="1028126" y="338017"/>
          <a:ext cx="4654661" cy="4654661"/>
        </a:xfrm>
        <a:prstGeom prst="pie">
          <a:avLst>
            <a:gd name="adj1" fmla="val 13114284"/>
            <a:gd name="adj2" fmla="val 162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/>
            <a:t>Importância da progressão lógica entre as unidades.</a:t>
          </a:r>
          <a:endParaRPr lang="en-US" sz="1000" kern="1200"/>
        </a:p>
      </dsp:txBody>
      <dsp:txXfrm>
        <a:off x="2129175" y="770235"/>
        <a:ext cx="1108252" cy="886602"/>
      </dsp:txXfrm>
    </dsp:sp>
    <dsp:sp modelId="{1773678E-4388-4129-94B3-558BCA864070}">
      <dsp:nvSpPr>
        <dsp:cNvPr id="0" name=""/>
        <dsp:cNvSpPr/>
      </dsp:nvSpPr>
      <dsp:spPr>
        <a:xfrm>
          <a:off x="836166" y="49871"/>
          <a:ext cx="5230953" cy="5230953"/>
        </a:xfrm>
        <a:prstGeom prst="circularArrow">
          <a:avLst>
            <a:gd name="adj1" fmla="val 5085"/>
            <a:gd name="adj2" fmla="val 327528"/>
            <a:gd name="adj3" fmla="val 18957827"/>
            <a:gd name="adj4" fmla="val 16200343"/>
            <a:gd name="adj5" fmla="val 5932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8059B5-4A0F-4C1A-8B26-B2FE74271316}">
      <dsp:nvSpPr>
        <dsp:cNvPr id="0" name=""/>
        <dsp:cNvSpPr/>
      </dsp:nvSpPr>
      <dsp:spPr>
        <a:xfrm>
          <a:off x="896388" y="125009"/>
          <a:ext cx="5230953" cy="5230953"/>
        </a:xfrm>
        <a:prstGeom prst="circularArrow">
          <a:avLst>
            <a:gd name="adj1" fmla="val 5085"/>
            <a:gd name="adj2" fmla="val 327528"/>
            <a:gd name="adj3" fmla="val 443744"/>
            <a:gd name="adj4" fmla="val 19285776"/>
            <a:gd name="adj5" fmla="val 5932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E70DDF-771A-4E61-B0A9-2B0D248147E0}">
      <dsp:nvSpPr>
        <dsp:cNvPr id="0" name=""/>
        <dsp:cNvSpPr/>
      </dsp:nvSpPr>
      <dsp:spPr>
        <a:xfrm>
          <a:off x="874701" y="218992"/>
          <a:ext cx="5230953" cy="5230953"/>
        </a:xfrm>
        <a:prstGeom prst="circularArrow">
          <a:avLst>
            <a:gd name="adj1" fmla="val 5085"/>
            <a:gd name="adj2" fmla="val 327528"/>
            <a:gd name="adj3" fmla="val 3529100"/>
            <a:gd name="adj4" fmla="val 770764"/>
            <a:gd name="adj5" fmla="val 5932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7C9EF1-98A1-47CF-99C6-B026A6C8D7F6}">
      <dsp:nvSpPr>
        <dsp:cNvPr id="0" name=""/>
        <dsp:cNvSpPr/>
      </dsp:nvSpPr>
      <dsp:spPr>
        <a:xfrm>
          <a:off x="788189" y="260317"/>
          <a:ext cx="5230953" cy="5230953"/>
        </a:xfrm>
        <a:prstGeom prst="circularArrow">
          <a:avLst>
            <a:gd name="adj1" fmla="val 5085"/>
            <a:gd name="adj2" fmla="val 327528"/>
            <a:gd name="adj3" fmla="val 6615046"/>
            <a:gd name="adj4" fmla="val 3857426"/>
            <a:gd name="adj5" fmla="val 5932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3313AA-CECF-42FE-B897-73982DDA8B8A}">
      <dsp:nvSpPr>
        <dsp:cNvPr id="0" name=""/>
        <dsp:cNvSpPr/>
      </dsp:nvSpPr>
      <dsp:spPr>
        <a:xfrm>
          <a:off x="701678" y="218992"/>
          <a:ext cx="5230953" cy="5230953"/>
        </a:xfrm>
        <a:prstGeom prst="circularArrow">
          <a:avLst>
            <a:gd name="adj1" fmla="val 5085"/>
            <a:gd name="adj2" fmla="val 327528"/>
            <a:gd name="adj3" fmla="val 9701707"/>
            <a:gd name="adj4" fmla="val 6943371"/>
            <a:gd name="adj5" fmla="val 5932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CB4CCC-91E0-4C1D-92F4-2B38793A29E1}">
      <dsp:nvSpPr>
        <dsp:cNvPr id="0" name=""/>
        <dsp:cNvSpPr/>
      </dsp:nvSpPr>
      <dsp:spPr>
        <a:xfrm>
          <a:off x="679990" y="125009"/>
          <a:ext cx="5230953" cy="5230953"/>
        </a:xfrm>
        <a:prstGeom prst="circularArrow">
          <a:avLst>
            <a:gd name="adj1" fmla="val 5085"/>
            <a:gd name="adj2" fmla="val 327528"/>
            <a:gd name="adj3" fmla="val 12786695"/>
            <a:gd name="adj4" fmla="val 10028727"/>
            <a:gd name="adj5" fmla="val 5932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5514B9-9ED5-4F69-A839-400471583249}">
      <dsp:nvSpPr>
        <dsp:cNvPr id="0" name=""/>
        <dsp:cNvSpPr/>
      </dsp:nvSpPr>
      <dsp:spPr>
        <a:xfrm>
          <a:off x="740212" y="49871"/>
          <a:ext cx="5230953" cy="5230953"/>
        </a:xfrm>
        <a:prstGeom prst="circularArrow">
          <a:avLst>
            <a:gd name="adj1" fmla="val 5085"/>
            <a:gd name="adj2" fmla="val 327528"/>
            <a:gd name="adj3" fmla="val 15872129"/>
            <a:gd name="adj4" fmla="val 13114645"/>
            <a:gd name="adj5" fmla="val 5932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BBBC75-811D-4C9B-B4A4-AC265CA55790}">
      <dsp:nvSpPr>
        <dsp:cNvPr id="0" name=""/>
        <dsp:cNvSpPr/>
      </dsp:nvSpPr>
      <dsp:spPr>
        <a:xfrm>
          <a:off x="0" y="441881"/>
          <a:ext cx="6651253" cy="504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761057-4F0C-4B41-BC44-09DA553C5847}">
      <dsp:nvSpPr>
        <dsp:cNvPr id="0" name=""/>
        <dsp:cNvSpPr/>
      </dsp:nvSpPr>
      <dsp:spPr>
        <a:xfrm>
          <a:off x="332562" y="146681"/>
          <a:ext cx="4655877" cy="5904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981" tIns="0" rIns="17598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/>
            <a:t>Modelagem de Problemas</a:t>
          </a:r>
          <a:endParaRPr lang="en-US" sz="2000" kern="1200"/>
        </a:p>
      </dsp:txBody>
      <dsp:txXfrm>
        <a:off x="361383" y="175502"/>
        <a:ext cx="4598235" cy="532758"/>
      </dsp:txXfrm>
    </dsp:sp>
    <dsp:sp modelId="{B3F23A7C-99F9-4360-B3E3-512F8E2BB586}">
      <dsp:nvSpPr>
        <dsp:cNvPr id="0" name=""/>
        <dsp:cNvSpPr/>
      </dsp:nvSpPr>
      <dsp:spPr>
        <a:xfrm>
          <a:off x="0" y="1349081"/>
          <a:ext cx="6651253" cy="3843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6211" tIns="416560" rIns="516211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000" kern="1200"/>
            <a:t>A modelagem de problemas é o processo de traduzir um problema do mundo real em uma representação matemática.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000" kern="1200"/>
            <a:t>Envolve a identificação dos elementos-chave do problema, como: </a:t>
          </a:r>
          <a:endParaRPr lang="en-US" sz="2000" kern="1200"/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000" kern="1200"/>
            <a:t>Variáveis de decisão: os fatores que podem ser controlados para encontrar a melhor solução.</a:t>
          </a:r>
          <a:endParaRPr lang="en-US" sz="2000" kern="1200"/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000" kern="1200"/>
            <a:t>Função objetivo: o que se deseja otimizar (maximizar ou minimizar).</a:t>
          </a:r>
          <a:endParaRPr lang="en-US" sz="2000" kern="1200"/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000" kern="1200"/>
            <a:t>Restrições: as limitações ou condições que devem ser satisfeitas.</a:t>
          </a:r>
          <a:endParaRPr lang="en-US" sz="2000" kern="1200"/>
        </a:p>
      </dsp:txBody>
      <dsp:txXfrm>
        <a:off x="0" y="1349081"/>
        <a:ext cx="6651253" cy="3843000"/>
      </dsp:txXfrm>
    </dsp:sp>
    <dsp:sp modelId="{DAC1E36D-7BCB-4ADD-8C49-CFB318B1D4B0}">
      <dsp:nvSpPr>
        <dsp:cNvPr id="0" name=""/>
        <dsp:cNvSpPr/>
      </dsp:nvSpPr>
      <dsp:spPr>
        <a:xfrm>
          <a:off x="332562" y="1053881"/>
          <a:ext cx="4655877" cy="5904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981" tIns="0" rIns="17598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/>
            <a:t>O que é:</a:t>
          </a:r>
          <a:r>
            <a:rPr lang="pt-BR" sz="2000" kern="1200"/>
            <a:t> </a:t>
          </a:r>
          <a:endParaRPr lang="en-US" sz="2000" kern="1200"/>
        </a:p>
      </dsp:txBody>
      <dsp:txXfrm>
        <a:off x="361383" y="1082702"/>
        <a:ext cx="4598235" cy="53275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90DCD9-14C9-4AFB-90EB-5C7CF7B570C8}">
      <dsp:nvSpPr>
        <dsp:cNvPr id="0" name=""/>
        <dsp:cNvSpPr/>
      </dsp:nvSpPr>
      <dsp:spPr>
        <a:xfrm>
          <a:off x="0" y="565631"/>
          <a:ext cx="6651253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B44876-617A-4625-B1EB-9070DA3284BF}">
      <dsp:nvSpPr>
        <dsp:cNvPr id="0" name=""/>
        <dsp:cNvSpPr/>
      </dsp:nvSpPr>
      <dsp:spPr>
        <a:xfrm>
          <a:off x="332562" y="240911"/>
          <a:ext cx="4655877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981" tIns="0" rIns="175981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/>
            <a:t>Programação Linear (PL)</a:t>
          </a:r>
          <a:endParaRPr lang="en-US" sz="2200" kern="1200"/>
        </a:p>
      </dsp:txBody>
      <dsp:txXfrm>
        <a:off x="364265" y="272614"/>
        <a:ext cx="4592471" cy="586034"/>
      </dsp:txXfrm>
    </dsp:sp>
    <dsp:sp modelId="{53398128-34EF-42B3-8A16-BB7F2E5569B8}">
      <dsp:nvSpPr>
        <dsp:cNvPr id="0" name=""/>
        <dsp:cNvSpPr/>
      </dsp:nvSpPr>
      <dsp:spPr>
        <a:xfrm>
          <a:off x="0" y="1563551"/>
          <a:ext cx="6651253" cy="3534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6211" tIns="458216" rIns="516211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200" kern="1200"/>
            <a:t>A programação linear é uma técnica de otimização que se aplica a problemas onde: </a:t>
          </a:r>
          <a:endParaRPr lang="en-US" sz="2200" kern="1200"/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200" kern="1200"/>
            <a:t>A função objetivo é linear (as variáveis de decisão aparecem com expoente 1).</a:t>
          </a:r>
          <a:endParaRPr lang="en-US" sz="2200" kern="1200"/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200" kern="1200"/>
            <a:t>As restrições são lineares (desigualdades ou igualdades).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200" kern="1200"/>
            <a:t>O objetivo da PL é encontrar os valores das variáveis de decisão que otimizam a função objetivo, respeitando as restrições.</a:t>
          </a:r>
          <a:endParaRPr lang="en-US" sz="2200" kern="1200"/>
        </a:p>
      </dsp:txBody>
      <dsp:txXfrm>
        <a:off x="0" y="1563551"/>
        <a:ext cx="6651253" cy="3534300"/>
      </dsp:txXfrm>
    </dsp:sp>
    <dsp:sp modelId="{D9E21541-9651-4BDB-BE80-719416AB9187}">
      <dsp:nvSpPr>
        <dsp:cNvPr id="0" name=""/>
        <dsp:cNvSpPr/>
      </dsp:nvSpPr>
      <dsp:spPr>
        <a:xfrm>
          <a:off x="332562" y="1238832"/>
          <a:ext cx="4655877" cy="6494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981" tIns="0" rIns="175981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/>
            <a:t>O que é:</a:t>
          </a:r>
          <a:r>
            <a:rPr lang="pt-BR" sz="2200" kern="1200"/>
            <a:t> </a:t>
          </a:r>
          <a:endParaRPr lang="en-US" sz="2200" kern="1200"/>
        </a:p>
      </dsp:txBody>
      <dsp:txXfrm>
        <a:off x="364265" y="1270535"/>
        <a:ext cx="4592471" cy="58603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61F431-89F3-4312-BBEF-1C312AB3695A}">
      <dsp:nvSpPr>
        <dsp:cNvPr id="0" name=""/>
        <dsp:cNvSpPr/>
      </dsp:nvSpPr>
      <dsp:spPr>
        <a:xfrm>
          <a:off x="425195" y="0"/>
          <a:ext cx="5513832" cy="5513832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935C86-FD4E-479E-A36F-195B43D8EEAA}">
      <dsp:nvSpPr>
        <dsp:cNvPr id="0" name=""/>
        <dsp:cNvSpPr/>
      </dsp:nvSpPr>
      <dsp:spPr>
        <a:xfrm>
          <a:off x="783595" y="358399"/>
          <a:ext cx="2205532" cy="220553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/>
            <a:t>O que é o Método SIMPLEX?</a:t>
          </a:r>
          <a:endParaRPr lang="en-US" sz="1400" kern="1200"/>
        </a:p>
      </dsp:txBody>
      <dsp:txXfrm>
        <a:off x="891260" y="466064"/>
        <a:ext cx="1990202" cy="1990202"/>
      </dsp:txXfrm>
    </dsp:sp>
    <dsp:sp modelId="{A7BCABFC-BCBF-4A64-8F53-AFA57A620D2D}">
      <dsp:nvSpPr>
        <dsp:cNvPr id="0" name=""/>
        <dsp:cNvSpPr/>
      </dsp:nvSpPr>
      <dsp:spPr>
        <a:xfrm>
          <a:off x="3375096" y="358399"/>
          <a:ext cx="2205532" cy="220553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O Método SIMPLEX é um algoritmo iterativo que busca a solução ótima para problemas de PL.</a:t>
          </a:r>
          <a:endParaRPr lang="en-US" sz="1400" kern="1200"/>
        </a:p>
      </dsp:txBody>
      <dsp:txXfrm>
        <a:off x="3482761" y="466064"/>
        <a:ext cx="1990202" cy="1990202"/>
      </dsp:txXfrm>
    </dsp:sp>
    <dsp:sp modelId="{EBDB259C-E8AF-4B93-99E2-CA963DD63474}">
      <dsp:nvSpPr>
        <dsp:cNvPr id="0" name=""/>
        <dsp:cNvSpPr/>
      </dsp:nvSpPr>
      <dsp:spPr>
        <a:xfrm>
          <a:off x="783595" y="2949900"/>
          <a:ext cx="2205532" cy="220553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Ele funciona explorando os vértices da região viável (o conjunto de soluções que satisfazem as restrições do problema) até encontrar o vértice que otimiza a função objetivo.</a:t>
          </a:r>
          <a:endParaRPr lang="en-US" sz="1400" kern="1200"/>
        </a:p>
      </dsp:txBody>
      <dsp:txXfrm>
        <a:off x="891260" y="3057565"/>
        <a:ext cx="1990202" cy="1990202"/>
      </dsp:txXfrm>
    </dsp:sp>
    <dsp:sp modelId="{13F89155-1082-4AFF-8996-B2547ADB63FD}">
      <dsp:nvSpPr>
        <dsp:cNvPr id="0" name=""/>
        <dsp:cNvSpPr/>
      </dsp:nvSpPr>
      <dsp:spPr>
        <a:xfrm>
          <a:off x="3375096" y="2949900"/>
          <a:ext cx="2205532" cy="220553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Desenvolvido por George Dantzig em 1947, o SIMPLEX é um dos algoritmos mais importantes e amplamente utilizados em otimização.</a:t>
          </a:r>
          <a:endParaRPr lang="en-US" sz="1400" kern="1200"/>
        </a:p>
      </dsp:txBody>
      <dsp:txXfrm>
        <a:off x="3482761" y="3057565"/>
        <a:ext cx="1990202" cy="199020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C82BF5-70E4-4EAA-BE96-C40DEE231F97}">
      <dsp:nvSpPr>
        <dsp:cNvPr id="0" name=""/>
        <dsp:cNvSpPr/>
      </dsp:nvSpPr>
      <dsp:spPr>
        <a:xfrm>
          <a:off x="0" y="1727"/>
          <a:ext cx="6651253" cy="7359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42DEEE-ED1D-4E0E-A603-ED00B9E6FACA}">
      <dsp:nvSpPr>
        <dsp:cNvPr id="0" name=""/>
        <dsp:cNvSpPr/>
      </dsp:nvSpPr>
      <dsp:spPr>
        <a:xfrm>
          <a:off x="222611" y="167305"/>
          <a:ext cx="404747" cy="4047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645E2F-34B0-4416-8955-A381905459F8}">
      <dsp:nvSpPr>
        <dsp:cNvPr id="0" name=""/>
        <dsp:cNvSpPr/>
      </dsp:nvSpPr>
      <dsp:spPr>
        <a:xfrm>
          <a:off x="849970" y="1727"/>
          <a:ext cx="5801282" cy="735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883" tIns="77883" rIns="77883" bIns="778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1. Problema do Caixeiro Viajante (PCV):</a:t>
          </a:r>
          <a:endParaRPr lang="en-US" sz="1900" kern="1200"/>
        </a:p>
      </dsp:txBody>
      <dsp:txXfrm>
        <a:off x="849970" y="1727"/>
        <a:ext cx="5801282" cy="735904"/>
      </dsp:txXfrm>
    </dsp:sp>
    <dsp:sp modelId="{9D76656D-8E27-4A5E-9472-05AA7749D232}">
      <dsp:nvSpPr>
        <dsp:cNvPr id="0" name=""/>
        <dsp:cNvSpPr/>
      </dsp:nvSpPr>
      <dsp:spPr>
        <a:xfrm>
          <a:off x="0" y="921608"/>
          <a:ext cx="6651253" cy="7359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77A0C2-F994-4F26-AE1B-1A8735FC74AD}">
      <dsp:nvSpPr>
        <dsp:cNvPr id="0" name=""/>
        <dsp:cNvSpPr/>
      </dsp:nvSpPr>
      <dsp:spPr>
        <a:xfrm>
          <a:off x="222611" y="1087186"/>
          <a:ext cx="404747" cy="4047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13A0A2-CFAD-4877-A36B-D833E3473B2E}">
      <dsp:nvSpPr>
        <dsp:cNvPr id="0" name=""/>
        <dsp:cNvSpPr/>
      </dsp:nvSpPr>
      <dsp:spPr>
        <a:xfrm>
          <a:off x="849970" y="921608"/>
          <a:ext cx="5801282" cy="735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883" tIns="77883" rIns="77883" bIns="778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2. Problema da Mochila:</a:t>
          </a:r>
          <a:endParaRPr lang="en-US" sz="1900" kern="1200"/>
        </a:p>
      </dsp:txBody>
      <dsp:txXfrm>
        <a:off x="849970" y="921608"/>
        <a:ext cx="5801282" cy="735904"/>
      </dsp:txXfrm>
    </dsp:sp>
    <dsp:sp modelId="{2B815B2C-D825-46E1-B0FD-C3547EE882C4}">
      <dsp:nvSpPr>
        <dsp:cNvPr id="0" name=""/>
        <dsp:cNvSpPr/>
      </dsp:nvSpPr>
      <dsp:spPr>
        <a:xfrm>
          <a:off x="0" y="1841489"/>
          <a:ext cx="6651253" cy="7359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AFB1FB-A6C2-46C0-9C7B-3F730A5D33B2}">
      <dsp:nvSpPr>
        <dsp:cNvPr id="0" name=""/>
        <dsp:cNvSpPr/>
      </dsp:nvSpPr>
      <dsp:spPr>
        <a:xfrm>
          <a:off x="222611" y="2007067"/>
          <a:ext cx="404747" cy="4047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6A4806-AAD3-43B4-98AF-6BAB00D9C711}">
      <dsp:nvSpPr>
        <dsp:cNvPr id="0" name=""/>
        <dsp:cNvSpPr/>
      </dsp:nvSpPr>
      <dsp:spPr>
        <a:xfrm>
          <a:off x="849970" y="1841489"/>
          <a:ext cx="5801282" cy="735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883" tIns="77883" rIns="77883" bIns="778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3. Problema de Coloração de Grafos:</a:t>
          </a:r>
          <a:endParaRPr lang="en-US" sz="1900" kern="1200"/>
        </a:p>
      </dsp:txBody>
      <dsp:txXfrm>
        <a:off x="849970" y="1841489"/>
        <a:ext cx="5801282" cy="735904"/>
      </dsp:txXfrm>
    </dsp:sp>
    <dsp:sp modelId="{AADE4255-D1DA-4A95-89F6-9C6C9B245062}">
      <dsp:nvSpPr>
        <dsp:cNvPr id="0" name=""/>
        <dsp:cNvSpPr/>
      </dsp:nvSpPr>
      <dsp:spPr>
        <a:xfrm>
          <a:off x="0" y="2761370"/>
          <a:ext cx="6651253" cy="7359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290138-10E2-4000-A2C4-1C97548711CE}">
      <dsp:nvSpPr>
        <dsp:cNvPr id="0" name=""/>
        <dsp:cNvSpPr/>
      </dsp:nvSpPr>
      <dsp:spPr>
        <a:xfrm>
          <a:off x="222611" y="2926948"/>
          <a:ext cx="404747" cy="40474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930CC5-5F96-42E9-84D5-CE1AF4775035}">
      <dsp:nvSpPr>
        <dsp:cNvPr id="0" name=""/>
        <dsp:cNvSpPr/>
      </dsp:nvSpPr>
      <dsp:spPr>
        <a:xfrm>
          <a:off x="849970" y="2761370"/>
          <a:ext cx="5801282" cy="735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883" tIns="77883" rIns="77883" bIns="778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4. Problema de Roteamento de Veículos (PRV):</a:t>
          </a:r>
          <a:endParaRPr lang="en-US" sz="1900" kern="1200"/>
        </a:p>
      </dsp:txBody>
      <dsp:txXfrm>
        <a:off x="849970" y="2761370"/>
        <a:ext cx="5801282" cy="735904"/>
      </dsp:txXfrm>
    </dsp:sp>
    <dsp:sp modelId="{19F73F18-51A6-47E7-950B-368DB7BB9262}">
      <dsp:nvSpPr>
        <dsp:cNvPr id="0" name=""/>
        <dsp:cNvSpPr/>
      </dsp:nvSpPr>
      <dsp:spPr>
        <a:xfrm>
          <a:off x="0" y="3681251"/>
          <a:ext cx="6651253" cy="7359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FCE434-5F2C-4BE2-80DF-B804CC419063}">
      <dsp:nvSpPr>
        <dsp:cNvPr id="0" name=""/>
        <dsp:cNvSpPr/>
      </dsp:nvSpPr>
      <dsp:spPr>
        <a:xfrm>
          <a:off x="222611" y="3846829"/>
          <a:ext cx="404747" cy="40474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7E3D2B-AE9F-46C1-945E-57834D88C747}">
      <dsp:nvSpPr>
        <dsp:cNvPr id="0" name=""/>
        <dsp:cNvSpPr/>
      </dsp:nvSpPr>
      <dsp:spPr>
        <a:xfrm>
          <a:off x="849970" y="3681251"/>
          <a:ext cx="5801282" cy="735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883" tIns="77883" rIns="77883" bIns="778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5. Problema de Alocação de Recursos:</a:t>
          </a:r>
          <a:endParaRPr lang="en-US" sz="1900" kern="1200"/>
        </a:p>
      </dsp:txBody>
      <dsp:txXfrm>
        <a:off x="849970" y="3681251"/>
        <a:ext cx="5801282" cy="735904"/>
      </dsp:txXfrm>
    </dsp:sp>
    <dsp:sp modelId="{9F1F514D-4589-422D-A346-81174DE317F5}">
      <dsp:nvSpPr>
        <dsp:cNvPr id="0" name=""/>
        <dsp:cNvSpPr/>
      </dsp:nvSpPr>
      <dsp:spPr>
        <a:xfrm>
          <a:off x="0" y="4601132"/>
          <a:ext cx="6651253" cy="7359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322BEF-FCBB-4A32-8422-04F291B6FEA4}">
      <dsp:nvSpPr>
        <dsp:cNvPr id="0" name=""/>
        <dsp:cNvSpPr/>
      </dsp:nvSpPr>
      <dsp:spPr>
        <a:xfrm>
          <a:off x="222611" y="4766710"/>
          <a:ext cx="404747" cy="40474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A2E62E-33BB-4F03-A3FC-DD4189F3E62D}">
      <dsp:nvSpPr>
        <dsp:cNvPr id="0" name=""/>
        <dsp:cNvSpPr/>
      </dsp:nvSpPr>
      <dsp:spPr>
        <a:xfrm>
          <a:off x="849970" y="4601132"/>
          <a:ext cx="5801282" cy="735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883" tIns="77883" rIns="77883" bIns="778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6. Problema de Corte e Empacotamento:</a:t>
          </a:r>
          <a:endParaRPr lang="en-US" sz="1900" kern="1200"/>
        </a:p>
      </dsp:txBody>
      <dsp:txXfrm>
        <a:off x="849970" y="4601132"/>
        <a:ext cx="5801282" cy="73590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597ADB-FFAC-41DD-ACB3-5B2C3A199F83}">
      <dsp:nvSpPr>
        <dsp:cNvPr id="0" name=""/>
        <dsp:cNvSpPr/>
      </dsp:nvSpPr>
      <dsp:spPr>
        <a:xfrm>
          <a:off x="379476" y="0"/>
          <a:ext cx="5504687" cy="5504687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07C631-CD67-4FEF-A1F8-C4AC8B9BF82F}">
      <dsp:nvSpPr>
        <dsp:cNvPr id="0" name=""/>
        <dsp:cNvSpPr/>
      </dsp:nvSpPr>
      <dsp:spPr>
        <a:xfrm>
          <a:off x="737280" y="357804"/>
          <a:ext cx="2201875" cy="220187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Detalhes sobre as provas teóricas e práticas.</a:t>
          </a:r>
          <a:endParaRPr lang="en-US" sz="2100" kern="1200"/>
        </a:p>
      </dsp:txBody>
      <dsp:txXfrm>
        <a:off x="844767" y="465291"/>
        <a:ext cx="1986901" cy="1986901"/>
      </dsp:txXfrm>
    </dsp:sp>
    <dsp:sp modelId="{5590814F-512E-45C9-8E40-0706884A55CB}">
      <dsp:nvSpPr>
        <dsp:cNvPr id="0" name=""/>
        <dsp:cNvSpPr/>
      </dsp:nvSpPr>
      <dsp:spPr>
        <a:xfrm>
          <a:off x="3324484" y="357804"/>
          <a:ext cx="2201875" cy="220187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Critérios de avaliação dos trabalhos práticos e projetos.</a:t>
          </a:r>
          <a:endParaRPr lang="en-US" sz="2100" kern="1200"/>
        </a:p>
      </dsp:txBody>
      <dsp:txXfrm>
        <a:off x="3431971" y="465291"/>
        <a:ext cx="1986901" cy="1986901"/>
      </dsp:txXfrm>
    </dsp:sp>
    <dsp:sp modelId="{6526A1B4-6533-4F36-BA88-79181DA4871A}">
      <dsp:nvSpPr>
        <dsp:cNvPr id="0" name=""/>
        <dsp:cNvSpPr/>
      </dsp:nvSpPr>
      <dsp:spPr>
        <a:xfrm>
          <a:off x="737280" y="2945008"/>
          <a:ext cx="2201875" cy="220187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Importância da participação em aula e resolução de exercícios.</a:t>
          </a:r>
          <a:endParaRPr lang="en-US" sz="2100" kern="1200"/>
        </a:p>
      </dsp:txBody>
      <dsp:txXfrm>
        <a:off x="844767" y="3052495"/>
        <a:ext cx="1986901" cy="1986901"/>
      </dsp:txXfrm>
    </dsp:sp>
    <dsp:sp modelId="{AD6302DF-ED00-4947-AF26-00A07051E2D6}">
      <dsp:nvSpPr>
        <dsp:cNvPr id="0" name=""/>
        <dsp:cNvSpPr/>
      </dsp:nvSpPr>
      <dsp:spPr>
        <a:xfrm>
          <a:off x="3324484" y="2945008"/>
          <a:ext cx="2201875" cy="220187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Política de faltas e recuperação.</a:t>
          </a:r>
          <a:endParaRPr lang="en-US" sz="2100" kern="1200"/>
        </a:p>
      </dsp:txBody>
      <dsp:txXfrm>
        <a:off x="3431971" y="3052495"/>
        <a:ext cx="1986901" cy="198690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6D7A1D-A141-4F30-8162-2D98E07787AB}">
      <dsp:nvSpPr>
        <dsp:cNvPr id="0" name=""/>
        <dsp:cNvSpPr/>
      </dsp:nvSpPr>
      <dsp:spPr>
        <a:xfrm>
          <a:off x="0" y="797719"/>
          <a:ext cx="6666833" cy="9149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Estude como se representa uma função de primeiro grau.</a:t>
          </a:r>
          <a:endParaRPr lang="en-US" sz="2300" kern="1200"/>
        </a:p>
      </dsp:txBody>
      <dsp:txXfrm>
        <a:off x="44664" y="842383"/>
        <a:ext cx="6577505" cy="825612"/>
      </dsp:txXfrm>
    </dsp:sp>
    <dsp:sp modelId="{2A58A354-6DBF-47E9-8C92-84B52A05CD2F}">
      <dsp:nvSpPr>
        <dsp:cNvPr id="0" name=""/>
        <dsp:cNvSpPr/>
      </dsp:nvSpPr>
      <dsp:spPr>
        <a:xfrm>
          <a:off x="0" y="1778899"/>
          <a:ext cx="6666833" cy="91494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O que ela mostra em um gráfico?</a:t>
          </a:r>
          <a:endParaRPr lang="en-US" sz="2300" kern="1200"/>
        </a:p>
      </dsp:txBody>
      <dsp:txXfrm>
        <a:off x="44664" y="1823563"/>
        <a:ext cx="6577505" cy="825612"/>
      </dsp:txXfrm>
    </dsp:sp>
    <dsp:sp modelId="{ADA9E743-B8E6-498D-9187-AAC9D4449E09}">
      <dsp:nvSpPr>
        <dsp:cNvPr id="0" name=""/>
        <dsp:cNvSpPr/>
      </dsp:nvSpPr>
      <dsp:spPr>
        <a:xfrm>
          <a:off x="0" y="2760080"/>
          <a:ext cx="6666833" cy="91494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Como generalizar essa função?</a:t>
          </a:r>
          <a:endParaRPr lang="en-US" sz="2300" kern="1200"/>
        </a:p>
      </dsp:txBody>
      <dsp:txXfrm>
        <a:off x="44664" y="2804744"/>
        <a:ext cx="6577505" cy="825612"/>
      </dsp:txXfrm>
    </dsp:sp>
    <dsp:sp modelId="{0ED91A21-6F00-401D-A416-0333DF3C5240}">
      <dsp:nvSpPr>
        <dsp:cNvPr id="0" name=""/>
        <dsp:cNvSpPr/>
      </dsp:nvSpPr>
      <dsp:spPr>
        <a:xfrm>
          <a:off x="0" y="3741260"/>
          <a:ext cx="6666833" cy="91494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Como construir um algoritmo que represente essa generalização em linguagem Python/Java/C++?</a:t>
          </a:r>
          <a:endParaRPr lang="en-US" sz="2300" kern="1200"/>
        </a:p>
      </dsp:txBody>
      <dsp:txXfrm>
        <a:off x="44664" y="3785924"/>
        <a:ext cx="6577505" cy="8256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BF5DD9-DBAD-95F0-F76E-2F9CC70421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888FEC-B6E7-CB7F-C04D-A136A47BB5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9AD866-1B6B-3CFF-8530-BB48282C1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F7C1E-A5BD-45A3-A8CE-A791FCFF1771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ACFC35-1B31-8DD3-43F9-D89C45F93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F3F35D-1F2F-E5E5-B522-D3056367B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B869E-A30C-4575-BE89-9A74ACD832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1604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E707A9-79B7-A54E-4114-4DF830D61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89E456-0599-4C13-D71E-19EA5B1BF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F956AA-9D36-F93F-3E32-DC8D5BC29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F7C1E-A5BD-45A3-A8CE-A791FCFF1771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937236-6A3F-4AFB-58FD-CF93FC053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4CAD81-D6F4-FFE7-A9FA-3C6F868C9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B869E-A30C-4575-BE89-9A74ACD832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9963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363E56-1257-C1BB-E1CB-26074CC22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A0B7207-1DEE-8992-024D-38602F56E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2CCE28-F484-F6C9-4E24-F8AF53798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F7C1E-A5BD-45A3-A8CE-A791FCFF1771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7EE81F-B736-3043-EC71-40A1F2AD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BEEF0E-9C24-BB55-4C85-72CD7C9EA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B869E-A30C-4575-BE89-9A74ACD832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0629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C90656-C9C1-5CBE-0256-03912DD43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35DA4D-9D72-12B3-268E-0214362704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752E84E-4DE9-2FCD-7AD0-A1AD08BAD6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389A0A3-9EA2-9C6F-E760-075681AD6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F7C1E-A5BD-45A3-A8CE-A791FCFF1771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ABDD14-949C-545D-33F5-04CF0F30A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8C24FA-A2E4-DBCA-5CCE-270D0BDEA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B869E-A30C-4575-BE89-9A74ACD832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8116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FB784A-DC36-5C60-F2B0-B0836AA9D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9FE96E2-002D-A30E-7B5F-E96785781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B258C3D-5142-FCB3-1543-60A092C4E3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CAB62A-100C-CA03-62B9-20AB6697FE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F3FE203-B730-538D-E68A-1F4864B6A8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915978E-A9B2-6A95-FFA2-8E8F2E7CF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F7C1E-A5BD-45A3-A8CE-A791FCFF1771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5E3458C-E020-71FB-F40B-6F03834F4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4DA95B-3DF6-1C83-68D8-B3837514D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B869E-A30C-4575-BE89-9A74ACD832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2178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DDEAAD-6566-7057-6163-BB43B18F5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8B49C6A-D315-4A50-9A00-CD591FF6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F7C1E-A5BD-45A3-A8CE-A791FCFF1771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6CF5D57-5005-7343-8CC7-E2130D4C4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7EC31E8-97D6-7E74-B13C-3FFBA2980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B869E-A30C-4575-BE89-9A74ACD832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142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0295315-A373-2342-8738-C945EBDD0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F7C1E-A5BD-45A3-A8CE-A791FCFF1771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3664A4D-BE5A-98D4-FFE1-97D22255C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79E314F-A97C-AF10-0286-39B57717E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B869E-A30C-4575-BE89-9A74ACD832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7147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13D254-A707-E6F8-F2FE-1DB7BF791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87C8C6-B0F9-6549-0DDD-BDCA2B310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2B833DA-DB9A-E779-7C7C-32468008E2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029ECE-A3DF-7286-C4E1-9E7838E23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F7C1E-A5BD-45A3-A8CE-A791FCFF1771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6F367EA-E87D-F6AA-4CF9-EF530DCBC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90DC0C9-433C-C300-4042-9E3CE6577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B869E-A30C-4575-BE89-9A74ACD832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3354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B0DACE-E404-DDF1-10C2-C8886A2DF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66150AA-ECFE-6C68-F89B-CCDAEE1E75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68D8C90-B733-8E31-805E-F4986B7DF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7EA4A64-BF43-0D7A-D01B-73AF3FA58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F7C1E-A5BD-45A3-A8CE-A791FCFF1771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5BF5DAB-A879-83A0-2BE6-B807CC5FF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22070B-89F3-EE52-D4AC-9C430E904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B869E-A30C-4575-BE89-9A74ACD832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184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9322A-8404-1F11-F58C-37260BF12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A640FA8-9E02-4397-4FE3-E0029E3184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F2542A-334A-7ACC-D8CA-23FCCEC5F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F7C1E-A5BD-45A3-A8CE-A791FCFF1771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34745F-EA51-EB23-580C-516B7EF9B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29C7D7-961C-664E-E5AA-59CD11632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B869E-A30C-4575-BE89-9A74ACD832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515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56C4418-5716-9B73-36CE-1EC1BE69A0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824817D-705A-68C0-0270-707106E22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FCB0E3-74C4-88CB-B0BD-241EB3CC3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F7C1E-A5BD-45A3-A8CE-A791FCFF1771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9D1252-BB4E-D8A1-1196-C2F7E743C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60CCAD-1E98-C599-C4EB-C10516391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B869E-A30C-4575-BE89-9A74ACD832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794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EE9CF1D-A061-48E4-5B34-AC5BE5929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E83C08D-2021-3F60-B849-61BFAAD82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7FF4AD-9665-4850-E4EA-99733F2E2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3F7C1E-A5BD-45A3-A8CE-A791FCFF1771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E688E9-D9DB-F179-E272-03ABD13131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7E7F52-CCA5-5F6B-1BCA-9EE6785505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B869E-A30C-4575-BE89-9A74ACD832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5520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855DDE-2936-4AEA-29F4-75E9678DD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pt-BR" sz="7200" dirty="0"/>
              <a:t>Otimização Computacional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3038A3-7C39-E3F9-3C62-DED32D790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pt-BR" sz="2800"/>
              <a:t>Prof. Mirkos O. Martins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7268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CB7375-577F-63A7-D35F-77C85F8CA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Abertura: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C37AA8-E947-615B-5292-3C91DF7B6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Apresentação do professor e breve histórico profissional.</a:t>
            </a:r>
          </a:p>
          <a:p>
            <a:r>
              <a:rPr lang="pt-BR" dirty="0"/>
              <a:t>Apresentação da disciplina:</a:t>
            </a:r>
          </a:p>
          <a:p>
            <a:pPr marL="0" indent="0">
              <a:buNone/>
            </a:pPr>
            <a:r>
              <a:rPr lang="pt-BR" b="1" i="0" u="none" strike="noStrike" baseline="0" dirty="0">
                <a:latin typeface="Arial" panose="020B0604020202020204" pitchFamily="34" charset="0"/>
              </a:rPr>
              <a:t>Otimização Computacional</a:t>
            </a:r>
            <a:r>
              <a:rPr lang="pt-BR" b="1" dirty="0"/>
              <a:t> </a:t>
            </a:r>
            <a:r>
              <a:rPr lang="pt-BR" sz="2800" b="1" i="0" u="none" strike="noStrike" baseline="0" dirty="0">
                <a:latin typeface="Arial" panose="020B0604020202020204" pitchFamily="34" charset="0"/>
              </a:rPr>
              <a:t>G03A9</a:t>
            </a:r>
          </a:p>
          <a:p>
            <a:pPr marL="0" indent="0">
              <a:buNone/>
            </a:pPr>
            <a:r>
              <a:rPr lang="pt-BR" b="1" dirty="0"/>
              <a:t>Carga Horaria: 80, </a:t>
            </a:r>
          </a:p>
          <a:p>
            <a:pPr marL="0" indent="0">
              <a:buNone/>
            </a:pPr>
            <a:r>
              <a:rPr lang="pt-BR" b="1" dirty="0"/>
              <a:t>Pré-requisitos: programação Python/Java/C++</a:t>
            </a:r>
          </a:p>
          <a:p>
            <a:r>
              <a:rPr lang="pt-BR" dirty="0"/>
              <a:t>Interação com os alunos para conhecer seus interesses e expectativas.</a:t>
            </a:r>
          </a:p>
        </p:txBody>
      </p:sp>
    </p:spTree>
    <p:extLst>
      <p:ext uri="{BB962C8B-B14F-4D97-AF65-F5344CB8AC3E}">
        <p14:creationId xmlns:p14="http://schemas.microsoft.com/office/powerpoint/2010/main" val="712887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6D9C47-D5E4-897C-11DF-8780D371C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Prova de conceito: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BB2DCD-80E8-D538-69B4-A73E356E7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Construa um algoritmo (em linguagem Python) que gere uma lista com 50 números inteiros.</a:t>
            </a:r>
          </a:p>
          <a:p>
            <a:r>
              <a:rPr lang="pt-BR" dirty="0"/>
              <a:t>O algoritmo deve encontrar a media dos valores e mostrar os números mais próximos dessa media.</a:t>
            </a:r>
          </a:p>
        </p:txBody>
      </p:sp>
    </p:spTree>
    <p:extLst>
      <p:ext uri="{BB962C8B-B14F-4D97-AF65-F5344CB8AC3E}">
        <p14:creationId xmlns:p14="http://schemas.microsoft.com/office/powerpoint/2010/main" val="210315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386EA-102D-5FEC-B46B-73337A89D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 que é Otimização Computacional?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42FED4-F392-2B1D-384B-8B967629B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Definição de otimização e sua importância em diversas áreas (engenharia, ciência da computação, economia, etc.).</a:t>
            </a:r>
          </a:p>
          <a:p>
            <a:r>
              <a:rPr lang="pt-BR" dirty="0"/>
              <a:t>Exemplos de problemas de otimização do dia a dia e em aplicações reais.</a:t>
            </a:r>
          </a:p>
          <a:p>
            <a:r>
              <a:rPr lang="pt-BR" dirty="0"/>
              <a:t>O papel da computação na resolução de problemas de otimização.</a:t>
            </a:r>
          </a:p>
        </p:txBody>
      </p:sp>
    </p:spTree>
    <p:extLst>
      <p:ext uri="{BB962C8B-B14F-4D97-AF65-F5344CB8AC3E}">
        <p14:creationId xmlns:p14="http://schemas.microsoft.com/office/powerpoint/2010/main" val="3990714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260019"/>
            <a:ext cx="11167447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BA633A2-DFCB-6D8C-D7FF-30EAA32D5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09521"/>
            <a:ext cx="10232136" cy="1014984"/>
          </a:xfrm>
        </p:spPr>
        <p:txBody>
          <a:bodyPr>
            <a:normAutofit/>
          </a:bodyPr>
          <a:lstStyle/>
          <a:p>
            <a:r>
              <a:rPr lang="pt-BR" sz="4000" b="1" dirty="0"/>
              <a:t>Problemas do dia a dia:</a:t>
            </a:r>
            <a:endParaRPr lang="pt-BR" sz="4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658327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DC9A9C74-CBFB-99C0-13E7-84128D068D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0959192"/>
              </p:ext>
            </p:extLst>
          </p:nvPr>
        </p:nvGraphicFramePr>
        <p:xfrm>
          <a:off x="1115568" y="1673352"/>
          <a:ext cx="10232136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9991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1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D3051F7-9A2B-126A-B051-ADEC8038E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RESOLVA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743835-18E2-6142-0050-39DE3EDAE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pt-BR" sz="1800" b="1" dirty="0"/>
              <a:t>Cenário</a:t>
            </a:r>
            <a:r>
              <a:rPr lang="pt-BR" sz="1800" dirty="0"/>
              <a:t>: Um entregador precisa visitar 4 clientes (A, B, C e D) e retornar ao ponto de partida (P). As distâncias entre os pontos são as seguintes:</a:t>
            </a:r>
          </a:p>
          <a:p>
            <a:pPr marL="0" indent="0">
              <a:buNone/>
            </a:pPr>
            <a:r>
              <a:rPr lang="pt-BR" sz="1800" dirty="0"/>
              <a:t>P-A: 5 km</a:t>
            </a:r>
          </a:p>
          <a:p>
            <a:pPr marL="0" indent="0">
              <a:buNone/>
            </a:pPr>
            <a:r>
              <a:rPr lang="pt-BR" sz="1800" dirty="0"/>
              <a:t>P-B: 8 km</a:t>
            </a:r>
          </a:p>
          <a:p>
            <a:pPr marL="0" indent="0">
              <a:buNone/>
            </a:pPr>
            <a:r>
              <a:rPr lang="pt-BR" sz="1800" dirty="0"/>
              <a:t>P-C: 10 km</a:t>
            </a:r>
          </a:p>
          <a:p>
            <a:pPr marL="0" indent="0">
              <a:buNone/>
            </a:pPr>
            <a:r>
              <a:rPr lang="pt-BR" sz="1800" dirty="0"/>
              <a:t>P-D: 7 km</a:t>
            </a:r>
          </a:p>
          <a:p>
            <a:pPr marL="0" indent="0">
              <a:buNone/>
            </a:pPr>
            <a:r>
              <a:rPr lang="pt-BR" sz="1800" dirty="0"/>
              <a:t>A-B: 6 km</a:t>
            </a:r>
          </a:p>
          <a:p>
            <a:pPr marL="0" indent="0">
              <a:buNone/>
            </a:pPr>
            <a:r>
              <a:rPr lang="pt-BR" sz="1800" dirty="0"/>
              <a:t>A-C: 9 km</a:t>
            </a:r>
          </a:p>
          <a:p>
            <a:pPr marL="0" indent="0">
              <a:buNone/>
            </a:pPr>
            <a:r>
              <a:rPr lang="pt-BR" sz="1800" dirty="0"/>
              <a:t>A-D: 4 km</a:t>
            </a:r>
          </a:p>
          <a:p>
            <a:pPr marL="0" indent="0">
              <a:buNone/>
            </a:pPr>
            <a:r>
              <a:rPr lang="pt-BR" sz="1800" dirty="0"/>
              <a:t>B-C: 3 km</a:t>
            </a:r>
          </a:p>
          <a:p>
            <a:pPr marL="0" indent="0">
              <a:buNone/>
            </a:pPr>
            <a:r>
              <a:rPr lang="pt-BR" sz="1800" dirty="0"/>
              <a:t>B-D: 5 km</a:t>
            </a:r>
          </a:p>
          <a:p>
            <a:pPr marL="0" indent="0">
              <a:buNone/>
            </a:pPr>
            <a:r>
              <a:rPr lang="pt-BR" sz="1800" dirty="0"/>
              <a:t>C-D: 2 km</a:t>
            </a:r>
          </a:p>
          <a:p>
            <a:r>
              <a:rPr lang="pt-BR" sz="1800" b="1" dirty="0"/>
              <a:t>Objetivo</a:t>
            </a:r>
            <a:r>
              <a:rPr lang="pt-BR" sz="1800" dirty="0"/>
              <a:t>: Encontrar a rota mais curta que visita todos os clientes e retorna ao ponto de partida.</a:t>
            </a:r>
          </a:p>
        </p:txBody>
      </p:sp>
    </p:spTree>
    <p:extLst>
      <p:ext uri="{BB962C8B-B14F-4D97-AF65-F5344CB8AC3E}">
        <p14:creationId xmlns:p14="http://schemas.microsoft.com/office/powerpoint/2010/main" val="332555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27FCFAB8-9E9C-414D-9FCB-CECED12D5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76C16827-9A48-4468-BE81-11EC18E0A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799"/>
            <a:ext cx="54102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C7732B-16DB-4D19-1FCB-6F46BA530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439" y="1335183"/>
            <a:ext cx="3516922" cy="4150899"/>
          </a:xfrm>
        </p:spPr>
        <p:txBody>
          <a:bodyPr>
            <a:normAutofit/>
          </a:bodyPr>
          <a:lstStyle/>
          <a:p>
            <a:pPr algn="ctr"/>
            <a:r>
              <a:rPr lang="pt-BR" sz="3200" dirty="0">
                <a:solidFill>
                  <a:srgbClr val="595959"/>
                </a:solidFill>
              </a:rPr>
              <a:t>Resolução Manual (aproximada):</a:t>
            </a:r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899956BA-5C38-49F9-88D6-BD6C71E9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685799"/>
            <a:ext cx="5410200" cy="5486401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094E5F-1EAD-6859-589D-12B61DA73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6001" y="1335183"/>
            <a:ext cx="4110198" cy="4187633"/>
          </a:xfrm>
        </p:spPr>
        <p:txBody>
          <a:bodyPr anchor="ctr">
            <a:normAutofit/>
          </a:bodyPr>
          <a:lstStyle/>
          <a:p>
            <a:endParaRPr lang="pt-BR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pt-BR" sz="1400">
                <a:solidFill>
                  <a:schemeClr val="tx1">
                    <a:lumMod val="65000"/>
                    <a:lumOff val="35000"/>
                  </a:schemeClr>
                </a:solidFill>
              </a:rPr>
              <a:t>Comece com uma rota aleatória: P-A-B-C-D-P</a:t>
            </a:r>
          </a:p>
          <a:p>
            <a:pPr marL="0" indent="0">
              <a:buNone/>
            </a:pPr>
            <a:r>
              <a:rPr lang="pt-BR" sz="1400">
                <a:solidFill>
                  <a:schemeClr val="tx1">
                    <a:lumMod val="65000"/>
                    <a:lumOff val="35000"/>
                  </a:schemeClr>
                </a:solidFill>
              </a:rPr>
              <a:t>Calcule a distância total: 5 + 6 + 3 + 2 + 7 = 23 km</a:t>
            </a:r>
          </a:p>
          <a:p>
            <a:pPr marL="0" indent="0">
              <a:buNone/>
            </a:pPr>
            <a:r>
              <a:rPr lang="pt-BR" sz="1400">
                <a:solidFill>
                  <a:schemeClr val="tx1">
                    <a:lumMod val="65000"/>
                    <a:lumOff val="35000"/>
                  </a:schemeClr>
                </a:solidFill>
              </a:rPr>
              <a:t>Tente trocar a ordem de dois clientes:</a:t>
            </a:r>
          </a:p>
          <a:p>
            <a:pPr marL="0" indent="0">
              <a:buNone/>
            </a:pPr>
            <a:r>
              <a:rPr lang="pt-BR" sz="1400">
                <a:solidFill>
                  <a:schemeClr val="tx1">
                    <a:lumMod val="65000"/>
                    <a:lumOff val="35000"/>
                  </a:schemeClr>
                </a:solidFill>
              </a:rPr>
              <a:t>P-A-C-B-D-P: 5 + 9 + 3 + 5 + 7 = 29 km (pior)</a:t>
            </a:r>
          </a:p>
          <a:p>
            <a:pPr marL="0" indent="0">
              <a:buNone/>
            </a:pPr>
            <a:r>
              <a:rPr lang="pt-BR" sz="1400">
                <a:solidFill>
                  <a:schemeClr val="tx1">
                    <a:lumMod val="65000"/>
                    <a:lumOff val="35000"/>
                  </a:schemeClr>
                </a:solidFill>
              </a:rPr>
              <a:t>P-A-D-C-B-P: 5 + 4 + 2 + 3 + 8 = 22 km (melhor)</a:t>
            </a:r>
          </a:p>
          <a:p>
            <a:pPr marL="0" indent="0">
              <a:buNone/>
            </a:pPr>
            <a:r>
              <a:rPr lang="pt-BR" sz="1400">
                <a:solidFill>
                  <a:schemeClr val="tx1">
                    <a:lumMod val="65000"/>
                    <a:lumOff val="35000"/>
                  </a:schemeClr>
                </a:solidFill>
              </a:rPr>
              <a:t>Continue trocando e calculando:</a:t>
            </a:r>
          </a:p>
          <a:p>
            <a:pPr marL="0" indent="0">
              <a:buNone/>
            </a:pPr>
            <a:r>
              <a:rPr lang="pt-BR" sz="1400">
                <a:solidFill>
                  <a:schemeClr val="tx1">
                    <a:lumMod val="65000"/>
                    <a:lumOff val="35000"/>
                  </a:schemeClr>
                </a:solidFill>
              </a:rPr>
              <a:t>P-D-A-C-B-P: 7 + 4 + 9 + 3 + 8 = 31 km (pior)</a:t>
            </a:r>
          </a:p>
          <a:p>
            <a:pPr marL="0" indent="0">
              <a:buNone/>
            </a:pPr>
            <a:r>
              <a:rPr lang="pt-BR" sz="1400">
                <a:solidFill>
                  <a:schemeClr val="tx1">
                    <a:lumMod val="65000"/>
                    <a:lumOff val="35000"/>
                  </a:schemeClr>
                </a:solidFill>
              </a:rPr>
              <a:t>P-D-C-B-A-P: 7 + 2 + 3 + 6 + 5 = 23 km (igual)</a:t>
            </a:r>
          </a:p>
          <a:p>
            <a:pPr marL="0" indent="0">
              <a:buNone/>
            </a:pPr>
            <a:r>
              <a:rPr lang="pt-BR" sz="1400">
                <a:solidFill>
                  <a:schemeClr val="tx1">
                    <a:lumMod val="65000"/>
                    <a:lumOff val="35000"/>
                  </a:schemeClr>
                </a:solidFill>
              </a:rPr>
              <a:t>Pare quando encontrar uma rota que não pode ser melhorada facilmente.</a:t>
            </a:r>
          </a:p>
          <a:p>
            <a:pPr marL="0" indent="0">
              <a:buNone/>
            </a:pPr>
            <a:r>
              <a:rPr lang="pt-BR" sz="1400">
                <a:solidFill>
                  <a:schemeClr val="tx1">
                    <a:lumMod val="65000"/>
                    <a:lumOff val="35000"/>
                  </a:schemeClr>
                </a:solidFill>
              </a:rPr>
              <a:t>Solução aproximada: P-A-D-C-B-P (22 km)</a:t>
            </a:r>
          </a:p>
        </p:txBody>
      </p:sp>
    </p:spTree>
    <p:extLst>
      <p:ext uri="{BB962C8B-B14F-4D97-AF65-F5344CB8AC3E}">
        <p14:creationId xmlns:p14="http://schemas.microsoft.com/office/powerpoint/2010/main" val="363911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8F59A4-4431-460D-8E49-6E65C189A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A919B9C-5C01-47E4-B2F2-45F589208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85A82CE-D835-4542-BE8D-62A8F5A94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63D7EF0-3AC8-4029-B55D-EBDD733D3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CA20045-7104-AECF-E8A8-616FA288E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5125"/>
            <a:ext cx="11090274" cy="1325563"/>
          </a:xfrm>
        </p:spPr>
        <p:txBody>
          <a:bodyPr>
            <a:normAutofit/>
          </a:bodyPr>
          <a:lstStyle/>
          <a:p>
            <a:r>
              <a:rPr lang="pt-BR" sz="4000" b="1"/>
              <a:t>Aplicações reais:</a:t>
            </a:r>
            <a:endParaRPr lang="pt-BR" sz="4000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120B89B8-68F1-4534-7917-4152A9010F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1598104"/>
              </p:ext>
            </p:extLst>
          </p:nvPr>
        </p:nvGraphicFramePr>
        <p:xfrm>
          <a:off x="547688" y="2133600"/>
          <a:ext cx="11093450" cy="4157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9189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709375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543451" y="1248213"/>
            <a:ext cx="5413238" cy="432633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60DE133-FE4A-E769-FAAD-DCE2D06CE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67" y="675564"/>
            <a:ext cx="3609833" cy="5204085"/>
          </a:xfrm>
        </p:spPr>
        <p:txBody>
          <a:bodyPr>
            <a:normAutofit/>
          </a:bodyPr>
          <a:lstStyle/>
          <a:p>
            <a:r>
              <a:rPr lang="pt-BR" sz="3700" dirty="0"/>
              <a:t>Por que estudar Otimização Computacional?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AA0BE5E3-2B48-295B-550F-2D761E60F6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246166"/>
              </p:ext>
            </p:extLst>
          </p:nvPr>
        </p:nvGraphicFramePr>
        <p:xfrm>
          <a:off x="4776730" y="819369"/>
          <a:ext cx="6589260" cy="524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4031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E1224E-6618-482E-BE87-321A7FC1C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6FDB052-7F43-B88B-4364-351A0A3F2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34" y="957447"/>
            <a:ext cx="3383280" cy="4943105"/>
          </a:xfrm>
        </p:spPr>
        <p:txBody>
          <a:bodyPr anchor="ctr">
            <a:normAutofit/>
          </a:bodyPr>
          <a:lstStyle/>
          <a:p>
            <a:r>
              <a:rPr lang="pt-BR" sz="4000" dirty="0"/>
              <a:t>Apresentação do Conteúdo Programático </a:t>
            </a:r>
            <a:br>
              <a:rPr lang="pt-BR" sz="4000" dirty="0"/>
            </a:br>
            <a:endParaRPr lang="pt-BR" sz="4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6346BE-FDB4-4772-A696-0719490AB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8126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9234" y="6163056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193913ED-0EBA-E09E-334A-C3B6E47873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1380386"/>
              </p:ext>
            </p:extLst>
          </p:nvPr>
        </p:nvGraphicFramePr>
        <p:xfrm>
          <a:off x="4549514" y="621792"/>
          <a:ext cx="6807333" cy="5541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6171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7EEFFC-9B57-FB8F-BF48-AF430FF4A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rPr lang="pt-BR"/>
              <a:t>Unidade 1: Modelagem de problemas e programação linear.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FDCF2D02-5B6B-469E-FDAD-0A4013786A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1603832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5234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7D4695B-C2CD-1F37-1098-1EC77213A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rPr lang="pt-BR"/>
              <a:t>Unidade 1: Modelagem de problemas e programação linear.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EA675B7A-8A4E-FE5D-C5B1-30FC99AB45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485302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710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5C08EA-C937-FACA-C4A6-0214B824D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pt-BR" sz="4000"/>
              <a:t>Unidade 2: Método SIMPLEX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3DAF474C-8CAF-A13A-A9FC-32890354F0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3072181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3103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8EC421-63C9-2A2B-E3B3-0A7CFC04F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rPr lang="pt-BR"/>
              <a:t>Unidade 3: Problemas clássicos de otimização combinatória.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2902B383-74FD-2677-A1A8-853BA48CCF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3091399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251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DCB5FD6-6949-9A34-59D1-B444682B9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pt-BR" sz="2800"/>
              <a:t>Unidade 4: Métodos heurísticos e metaheurísticos de otimização.</a:t>
            </a:r>
            <a:endParaRPr lang="pt-BR" sz="2800" dirty="0"/>
          </a:p>
        </p:txBody>
      </p: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69B39867-B6DC-6021-73EE-AB00C5A70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pt-BR" sz="2000"/>
              <a:t>Heurísticas são técnicas de resolução de problemas que buscam encontrar soluções "boas" (próximas da ótima) em um tempo computacional razoável, sem garantia de otimalidade.</a:t>
            </a:r>
          </a:p>
          <a:p>
            <a:r>
              <a:rPr lang="pt-BR" sz="2000"/>
              <a:t>Metaheurísticas são estratégias de busca de alto nível que guiam a aplicação de heurísticas para explorar o espaço de soluções de forma mais eficiente.</a:t>
            </a:r>
          </a:p>
        </p:txBody>
      </p:sp>
      <p:pic>
        <p:nvPicPr>
          <p:cNvPr id="5" name="Picture 4" descr="Gráficos coloridos">
            <a:extLst>
              <a:ext uri="{FF2B5EF4-FFF2-40B4-BE49-F238E27FC236}">
                <a16:creationId xmlns:a16="http://schemas.microsoft.com/office/drawing/2014/main" id="{D2F43B12-7C59-A9AA-6AAA-501F62BA98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51" r="18248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130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9CF503-14CA-09F4-5E9B-8D1C1B58A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 de Ensino: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1C5069-55BF-C1B9-A9D6-6237C5818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Aulas teóricas e práticas com exemplos e exercícios.</a:t>
            </a:r>
          </a:p>
          <a:p>
            <a:r>
              <a:rPr lang="pt-BR" dirty="0"/>
              <a:t>Utilização de software de otimização (Python com bibliotecas como </a:t>
            </a:r>
            <a:r>
              <a:rPr lang="pt-BR" dirty="0" err="1"/>
              <a:t>SciPy</a:t>
            </a:r>
            <a:r>
              <a:rPr lang="pt-BR" dirty="0"/>
              <a:t>, </a:t>
            </a:r>
            <a:r>
              <a:rPr lang="pt-BR" dirty="0" err="1"/>
              <a:t>PuLP</a:t>
            </a:r>
            <a:r>
              <a:rPr lang="pt-BR" dirty="0"/>
              <a:t>).</a:t>
            </a:r>
          </a:p>
          <a:p>
            <a:r>
              <a:rPr lang="pt-BR" dirty="0"/>
              <a:t>Trabalhos práticos e projetos para aplicação dos conceitos.</a:t>
            </a:r>
          </a:p>
          <a:p>
            <a:r>
              <a:rPr lang="pt-BR" dirty="0"/>
              <a:t>Discussão de artigos e estudos de caso.</a:t>
            </a:r>
          </a:p>
          <a:p>
            <a:r>
              <a:rPr lang="pt-BR" dirty="0"/>
              <a:t>Disponibilidade de material didático (slides, apostilas, exercícios).</a:t>
            </a:r>
          </a:p>
        </p:txBody>
      </p:sp>
    </p:spTree>
    <p:extLst>
      <p:ext uri="{BB962C8B-B14F-4D97-AF65-F5344CB8AC3E}">
        <p14:creationId xmlns:p14="http://schemas.microsoft.com/office/powerpoint/2010/main" val="1111580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CDD1E1F-CE0A-98B4-AE0E-8D2BA5A91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pt-BR" sz="5200" dirty="0"/>
              <a:t>Sistema de Avaliação: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9536D197-B925-3472-99C6-F89F9175D1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3667414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0083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FF9F2D-7808-5670-119C-6221114FA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pt-BR" sz="4000" dirty="0"/>
              <a:t>DUVIDAS?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54B129-2CAA-47A2-08F3-2E9CCBD51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pt-BR" sz="2000" dirty="0"/>
              <a:t>Perguntas sobre o material apresentado ate o momento?</a:t>
            </a:r>
          </a:p>
        </p:txBody>
      </p:sp>
      <p:pic>
        <p:nvPicPr>
          <p:cNvPr id="5" name="Picture 4" descr="Figura humana em madeira">
            <a:extLst>
              <a:ext uri="{FF2B5EF4-FFF2-40B4-BE49-F238E27FC236}">
                <a16:creationId xmlns:a16="http://schemas.microsoft.com/office/drawing/2014/main" id="{F661D78D-9C48-CC3C-960D-3E05D0A00B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599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450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060CE36-5A06-7145-705B-97ED2DD95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pt-BR" sz="3100">
                <a:solidFill>
                  <a:srgbClr val="FFFFFF"/>
                </a:solidFill>
              </a:rPr>
              <a:t>Encaminhamento para próxima aula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8B85061C-3290-26CD-A269-11EEE58E3C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076811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58355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1347</Words>
  <Application>Microsoft Office PowerPoint</Application>
  <PresentationFormat>Widescreen</PresentationFormat>
  <Paragraphs>131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Tema do Office</vt:lpstr>
      <vt:lpstr>Otimização Computacional</vt:lpstr>
      <vt:lpstr>Abertura:</vt:lpstr>
      <vt:lpstr>Prova de conceito:</vt:lpstr>
      <vt:lpstr>O que é Otimização Computacional?</vt:lpstr>
      <vt:lpstr>Problemas do dia a dia:</vt:lpstr>
      <vt:lpstr>RESOLVA</vt:lpstr>
      <vt:lpstr>Resolução Manual (aproximada):</vt:lpstr>
      <vt:lpstr>Aplicações reais:</vt:lpstr>
      <vt:lpstr>Por que estudar Otimização Computacional?</vt:lpstr>
      <vt:lpstr>Apresentação do Conteúdo Programático  </vt:lpstr>
      <vt:lpstr>Unidade 1: Modelagem de problemas e programação linear.</vt:lpstr>
      <vt:lpstr>Unidade 1: Modelagem de problemas e programação linear.</vt:lpstr>
      <vt:lpstr>Unidade 2: Método SIMPLEX</vt:lpstr>
      <vt:lpstr>Unidade 3: Problemas clássicos de otimização combinatória.</vt:lpstr>
      <vt:lpstr>Unidade 4: Métodos heurísticos e metaheurísticos de otimização.</vt:lpstr>
      <vt:lpstr>Metodologia de Ensino:</vt:lpstr>
      <vt:lpstr>Sistema de Avaliação:</vt:lpstr>
      <vt:lpstr>DUVIDAS?</vt:lpstr>
      <vt:lpstr>Encaminhamento para próxima aula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Mirkos Martins</dc:creator>
  <cp:lastModifiedBy>MIRKOS ORTIZ MARTINS</cp:lastModifiedBy>
  <cp:revision>13</cp:revision>
  <dcterms:created xsi:type="dcterms:W3CDTF">2025-02-24T18:02:24Z</dcterms:created>
  <dcterms:modified xsi:type="dcterms:W3CDTF">2026-02-23T10:27:49Z</dcterms:modified>
</cp:coreProperties>
</file>